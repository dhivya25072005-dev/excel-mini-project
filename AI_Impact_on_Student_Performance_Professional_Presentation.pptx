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436387-0130-431B-938B-89C7F8C62155}" v="340" dt="2026-08-29T08:34:29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ivya G" userId="2a2a5bd1ea46266e" providerId="LiveId" clId="{7165BEFC-6165-47FA-8757-D851393C1F71}"/>
    <pc:docChg chg="undo custSel addSld delSld modSld sldOrd">
      <pc:chgData name="Dhivya G" userId="2a2a5bd1ea46266e" providerId="LiveId" clId="{7165BEFC-6165-47FA-8757-D851393C1F71}" dt="2026-08-29T08:34:29.158" v="2068" actId="27918"/>
      <pc:docMkLst>
        <pc:docMk/>
      </pc:docMkLst>
      <pc:sldChg chg="modSp add del mod">
        <pc:chgData name="Dhivya G" userId="2a2a5bd1ea46266e" providerId="LiveId" clId="{7165BEFC-6165-47FA-8757-D851393C1F71}" dt="2026-08-29T06:46:37.260" v="1842" actId="47"/>
        <pc:sldMkLst>
          <pc:docMk/>
          <pc:sldMk cId="0" sldId="256"/>
        </pc:sldMkLst>
        <pc:spChg chg="mod">
          <ac:chgData name="Dhivya G" userId="2a2a5bd1ea46266e" providerId="LiveId" clId="{7165BEFC-6165-47FA-8757-D851393C1F71}" dt="2026-08-29T02:23:29.632" v="4" actId="255"/>
          <ac:spMkLst>
            <pc:docMk/>
            <pc:sldMk cId="0" sldId="256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8-29T02:24:09.560" v="57" actId="255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Dhivya G" userId="2a2a5bd1ea46266e" providerId="LiveId" clId="{7165BEFC-6165-47FA-8757-D851393C1F71}" dt="2026-08-29T07:04:23.433" v="1963" actId="478"/>
        <pc:sldMkLst>
          <pc:docMk/>
          <pc:sldMk cId="0" sldId="257"/>
        </pc:sldMkLst>
        <pc:spChg chg="del mod">
          <ac:chgData name="Dhivya G" userId="2a2a5bd1ea46266e" providerId="LiveId" clId="{7165BEFC-6165-47FA-8757-D851393C1F71}" dt="2026-08-29T07:04:23.433" v="1963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Dhivya G" userId="2a2a5bd1ea46266e" providerId="LiveId" clId="{7165BEFC-6165-47FA-8757-D851393C1F71}" dt="2026-08-29T02:24:20.504" v="58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2:24:29.206" v="60" actId="255"/>
          <ac:spMkLst>
            <pc:docMk/>
            <pc:sldMk cId="0" sldId="257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8-29T06:26:04.398" v="908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Dhivya G" userId="2a2a5bd1ea46266e" providerId="LiveId" clId="{7165BEFC-6165-47FA-8757-D851393C1F71}" dt="2026-08-29T06:26:09.959" v="909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8-29T06:26:16.733" v="910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8-29T06:26:23.738" v="911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8-29T06:26:30.922" v="912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Dhivya G" userId="2a2a5bd1ea46266e" providerId="LiveId" clId="{7165BEFC-6165-47FA-8757-D851393C1F71}" dt="2026-08-29T06:26:35.449" v="913" actId="14100"/>
          <ac:spMkLst>
            <pc:docMk/>
            <pc:sldMk cId="0" sldId="257"/>
            <ac:spMk id="13" creationId="{00000000-0000-0000-0000-000000000000}"/>
          </ac:spMkLst>
        </pc:spChg>
        <pc:spChg chg="del">
          <ac:chgData name="Dhivya G" userId="2a2a5bd1ea46266e" providerId="LiveId" clId="{7165BEFC-6165-47FA-8757-D851393C1F71}" dt="2026-08-29T06:25:21.374" v="851" actId="478"/>
          <ac:spMkLst>
            <pc:docMk/>
            <pc:sldMk cId="0" sldId="257"/>
            <ac:spMk id="14" creationId="{00000000-0000-0000-0000-000000000000}"/>
          </ac:spMkLst>
        </pc:spChg>
        <pc:spChg chg="del mod">
          <ac:chgData name="Dhivya G" userId="2a2a5bd1ea46266e" providerId="LiveId" clId="{7165BEFC-6165-47FA-8757-D851393C1F71}" dt="2026-08-29T02:25:57.247" v="74" actId="478"/>
          <ac:spMkLst>
            <pc:docMk/>
            <pc:sldMk cId="0" sldId="257"/>
            <ac:spMk id="17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25:21.383" v="853"/>
          <ac:spMkLst>
            <pc:docMk/>
            <pc:sldMk cId="0" sldId="257"/>
            <ac:spMk id="18" creationId="{00000000-0000-0000-0000-000000000000}"/>
          </ac:spMkLst>
        </pc:spChg>
        <pc:spChg chg="del">
          <ac:chgData name="Dhivya G" userId="2a2a5bd1ea46266e" providerId="LiveId" clId="{7165BEFC-6165-47FA-8757-D851393C1F71}" dt="2026-08-29T06:25:23.122" v="854" actId="478"/>
          <ac:spMkLst>
            <pc:docMk/>
            <pc:sldMk cId="0" sldId="257"/>
            <ac:spMk id="19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25:34.715" v="878"/>
          <ac:spMkLst>
            <pc:docMk/>
            <pc:sldMk cId="0" sldId="257"/>
            <ac:spMk id="20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25:34.733" v="880"/>
          <ac:spMkLst>
            <pc:docMk/>
            <pc:sldMk cId="0" sldId="257"/>
            <ac:spMk id="21" creationId="{00000000-0000-0000-0000-000000000000}"/>
          </ac:spMkLst>
        </pc:spChg>
        <pc:spChg chg="del">
          <ac:chgData name="Dhivya G" userId="2a2a5bd1ea46266e" providerId="LiveId" clId="{7165BEFC-6165-47FA-8757-D851393C1F71}" dt="2026-08-29T06:25:34.715" v="876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Dhivya G" userId="2a2a5bd1ea46266e" providerId="LiveId" clId="{7165BEFC-6165-47FA-8757-D851393C1F71}" dt="2026-08-29T06:25:36.469" v="881" actId="478"/>
          <ac:spMkLst>
            <pc:docMk/>
            <pc:sldMk cId="0" sldId="257"/>
            <ac:spMk id="23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25:44.111" v="889"/>
          <ac:spMkLst>
            <pc:docMk/>
            <pc:sldMk cId="0" sldId="257"/>
            <ac:spMk id="24" creationId="{00000000-0000-0000-0000-000000000000}"/>
          </ac:spMkLst>
        </pc:spChg>
        <pc:spChg chg="del">
          <ac:chgData name="Dhivya G" userId="2a2a5bd1ea46266e" providerId="LiveId" clId="{7165BEFC-6165-47FA-8757-D851393C1F71}" dt="2026-08-29T06:25:44.111" v="887" actId="478"/>
          <ac:spMkLst>
            <pc:docMk/>
            <pc:sldMk cId="0" sldId="257"/>
            <ac:spMk id="25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25:56.641" v="905"/>
          <ac:spMkLst>
            <pc:docMk/>
            <pc:sldMk cId="0" sldId="257"/>
            <ac:spMk id="26" creationId="{00000000-0000-0000-0000-000000000000}"/>
          </ac:spMkLst>
        </pc:spChg>
        <pc:spChg chg="del">
          <ac:chgData name="Dhivya G" userId="2a2a5bd1ea46266e" providerId="LiveId" clId="{7165BEFC-6165-47FA-8757-D851393C1F71}" dt="2026-08-29T06:25:56.637" v="903" actId="478"/>
          <ac:spMkLst>
            <pc:docMk/>
            <pc:sldMk cId="0" sldId="257"/>
            <ac:spMk id="27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25:56.641" v="907"/>
          <ac:spMkLst>
            <pc:docMk/>
            <pc:sldMk cId="0" sldId="257"/>
            <ac:spMk id="28" creationId="{00000000-0000-0000-0000-000000000000}"/>
          </ac:spMkLst>
        </pc:spChg>
      </pc:sldChg>
      <pc:sldChg chg="addSp delSp modSp mod">
        <pc:chgData name="Dhivya G" userId="2a2a5bd1ea46266e" providerId="LiveId" clId="{7165BEFC-6165-47FA-8757-D851393C1F71}" dt="2026-08-29T07:04:28.814" v="1965" actId="478"/>
        <pc:sldMkLst>
          <pc:docMk/>
          <pc:sldMk cId="0" sldId="258"/>
        </pc:sldMkLst>
        <pc:spChg chg="del mod">
          <ac:chgData name="Dhivya G" userId="2a2a5bd1ea46266e" providerId="LiveId" clId="{7165BEFC-6165-47FA-8757-D851393C1F71}" dt="2026-08-29T07:04:28.814" v="1965" actId="478"/>
          <ac:spMkLst>
            <pc:docMk/>
            <pc:sldMk cId="0" sldId="258"/>
            <ac:spMk id="2" creationId="{00000000-0000-0000-0000-000000000000}"/>
          </ac:spMkLst>
        </pc:spChg>
        <pc:spChg chg="mod">
          <ac:chgData name="Dhivya G" userId="2a2a5bd1ea46266e" providerId="LiveId" clId="{7165BEFC-6165-47FA-8757-D851393C1F71}" dt="2026-08-29T02:26:36.104" v="77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2:26:55.079" v="80" actId="255"/>
          <ac:spMkLst>
            <pc:docMk/>
            <pc:sldMk cId="0" sldId="258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8-29T02:27:04.839" v="82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8-29T02:27:54.758" v="92" actId="25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8-29T02:27:15.525" v="84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8-29T02:28:04.528" v="94" actId="25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8-29T02:27:29.029" v="88" actId="25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Dhivya G" userId="2a2a5bd1ea46266e" providerId="LiveId" clId="{7165BEFC-6165-47FA-8757-D851393C1F71}" dt="2026-08-29T02:28:14.172" v="96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Dhivya G" userId="2a2a5bd1ea46266e" providerId="LiveId" clId="{7165BEFC-6165-47FA-8757-D851393C1F71}" dt="2026-08-29T02:27:43.029" v="90" actId="255"/>
          <ac:spMkLst>
            <pc:docMk/>
            <pc:sldMk cId="0" sldId="258"/>
            <ac:spMk id="25" creationId="{00000000-0000-0000-0000-000000000000}"/>
          </ac:spMkLst>
        </pc:spChg>
        <pc:spChg chg="add del mod">
          <ac:chgData name="Dhivya G" userId="2a2a5bd1ea46266e" providerId="LiveId" clId="{7165BEFC-6165-47FA-8757-D851393C1F71}" dt="2026-08-29T06:27:18.769" v="954" actId="20577"/>
          <ac:spMkLst>
            <pc:docMk/>
            <pc:sldMk cId="0" sldId="258"/>
            <ac:spMk id="28" creationId="{00000000-0000-0000-0000-000000000000}"/>
          </ac:spMkLst>
        </pc:spChg>
      </pc:sldChg>
      <pc:sldChg chg="addSp delSp modSp mod ord">
        <pc:chgData name="Dhivya G" userId="2a2a5bd1ea46266e" providerId="LiveId" clId="{7165BEFC-6165-47FA-8757-D851393C1F71}" dt="2026-08-29T08:14:49.758" v="2064"/>
        <pc:sldMkLst>
          <pc:docMk/>
          <pc:sldMk cId="0" sldId="259"/>
        </pc:sldMkLst>
        <pc:spChg chg="del mod">
          <ac:chgData name="Dhivya G" userId="2a2a5bd1ea46266e" providerId="LiveId" clId="{7165BEFC-6165-47FA-8757-D851393C1F71}" dt="2026-08-29T06:22:09.292" v="828" actId="478"/>
          <ac:spMkLst>
            <pc:docMk/>
            <pc:sldMk cId="0" sldId="259"/>
            <ac:spMk id="2" creationId="{00000000-0000-0000-0000-000000000000}"/>
          </ac:spMkLst>
        </pc:spChg>
        <pc:spChg chg="add del mod">
          <ac:chgData name="Dhivya G" userId="2a2a5bd1ea46266e" providerId="LiveId" clId="{7165BEFC-6165-47FA-8757-D851393C1F71}" dt="2026-08-29T06:09:27.819" v="620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6:10:03.930" v="644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8-29T06:23:25.048" v="837" actId="1076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20:52.529" v="819" actId="478"/>
          <ac:spMkLst>
            <pc:docMk/>
            <pc:sldMk cId="0" sldId="259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8-29T06:28:28.565" v="1070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8-29T06:23:09.004" v="835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8-29T06:23:01.506" v="83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8-29T06:31:46.291" v="1430" actId="20577"/>
          <ac:spMkLst>
            <pc:docMk/>
            <pc:sldMk cId="0" sldId="259"/>
            <ac:spMk id="10" creationId="{00000000-0000-0000-0000-000000000000}"/>
          </ac:spMkLst>
        </pc:spChg>
        <pc:spChg chg="del">
          <ac:chgData name="Dhivya G" userId="2a2a5bd1ea46266e" providerId="LiveId" clId="{7165BEFC-6165-47FA-8757-D851393C1F71}" dt="2026-08-29T06:10:29.662" v="646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Dhivya G" userId="2a2a5bd1ea46266e" providerId="LiveId" clId="{7165BEFC-6165-47FA-8757-D851393C1F71}" dt="2026-08-29T06:10:47.895" v="651" actId="478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10:27.966" v="645" actId="47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8-29T06:22:30.367" v="830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Dhivya G" userId="2a2a5bd1ea46266e" providerId="LiveId" clId="{7165BEFC-6165-47FA-8757-D851393C1F71}" dt="2026-08-29T06:22:34.347" v="831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Dhivya G" userId="2a2a5bd1ea46266e" providerId="LiveId" clId="{7165BEFC-6165-47FA-8757-D851393C1F71}" dt="2026-08-29T06:32:28.006" v="1522" actId="20577"/>
          <ac:spMkLst>
            <pc:docMk/>
            <pc:sldMk cId="0" sldId="259"/>
            <ac:spMk id="16" creationId="{00000000-0000-0000-0000-000000000000}"/>
          </ac:spMkLst>
        </pc:spChg>
        <pc:spChg chg="del">
          <ac:chgData name="Dhivya G" userId="2a2a5bd1ea46266e" providerId="LiveId" clId="{7165BEFC-6165-47FA-8757-D851393C1F71}" dt="2026-08-29T06:10:38.276" v="647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Dhivya G" userId="2a2a5bd1ea46266e" providerId="LiveId" clId="{7165BEFC-6165-47FA-8757-D851393C1F71}" dt="2026-08-29T06:10:51.094" v="654" actId="478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10:47.911" v="653"/>
          <ac:spMkLst>
            <pc:docMk/>
            <pc:sldMk cId="0" sldId="259"/>
            <ac:spMk id="19" creationId="{00000000-0000-0000-0000-000000000000}"/>
          </ac:spMkLst>
        </pc:spChg>
        <pc:spChg chg="mod">
          <ac:chgData name="Dhivya G" userId="2a2a5bd1ea46266e" providerId="LiveId" clId="{7165BEFC-6165-47FA-8757-D851393C1F71}" dt="2026-08-29T06:20:31.230" v="814" actId="1076"/>
          <ac:spMkLst>
            <pc:docMk/>
            <pc:sldMk cId="0" sldId="259"/>
            <ac:spMk id="20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20:37.412" v="816" actId="21"/>
          <ac:spMkLst>
            <pc:docMk/>
            <pc:sldMk cId="0" sldId="259"/>
            <ac:spMk id="21" creationId="{00000000-0000-0000-0000-000000000000}"/>
          </ac:spMkLst>
        </pc:spChg>
        <pc:spChg chg="add del mod">
          <ac:chgData name="Dhivya G" userId="2a2a5bd1ea46266e" providerId="LiveId" clId="{7165BEFC-6165-47FA-8757-D851393C1F71}" dt="2026-08-29T06:29:35.897" v="1191" actId="20577"/>
          <ac:spMkLst>
            <pc:docMk/>
            <pc:sldMk cId="0" sldId="259"/>
            <ac:spMk id="22" creationId="{00000000-0000-0000-0000-000000000000}"/>
          </ac:spMkLst>
        </pc:spChg>
        <pc:spChg chg="del">
          <ac:chgData name="Dhivya G" userId="2a2a5bd1ea46266e" providerId="LiveId" clId="{7165BEFC-6165-47FA-8757-D851393C1F71}" dt="2026-08-29T06:10:56.228" v="656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Dhivya G" userId="2a2a5bd1ea46266e" providerId="LiveId" clId="{7165BEFC-6165-47FA-8757-D851393C1F71}" dt="2026-08-29T06:10:58.194" v="659" actId="478"/>
          <ac:spMkLst>
            <pc:docMk/>
            <pc:sldMk cId="0" sldId="259"/>
            <ac:spMk id="24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10:56.230" v="658"/>
          <ac:spMkLst>
            <pc:docMk/>
            <pc:sldMk cId="0" sldId="259"/>
            <ac:spMk id="25" creationId="{00000000-0000-0000-0000-000000000000}"/>
          </ac:spMkLst>
        </pc:spChg>
        <pc:spChg chg="mod">
          <ac:chgData name="Dhivya G" userId="2a2a5bd1ea46266e" providerId="LiveId" clId="{7165BEFC-6165-47FA-8757-D851393C1F71}" dt="2026-08-29T06:22:21.690" v="829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Dhivya G" userId="2a2a5bd1ea46266e" providerId="LiveId" clId="{7165BEFC-6165-47FA-8757-D851393C1F71}" dt="2026-08-29T06:21:33.475" v="824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Dhivya G" userId="2a2a5bd1ea46266e" providerId="LiveId" clId="{7165BEFC-6165-47FA-8757-D851393C1F71}" dt="2026-08-29T06:30:40.385" v="1317" actId="20577"/>
          <ac:spMkLst>
            <pc:docMk/>
            <pc:sldMk cId="0" sldId="259"/>
            <ac:spMk id="28" creationId="{00000000-0000-0000-0000-000000000000}"/>
          </ac:spMkLst>
        </pc:spChg>
        <pc:spChg chg="add mod">
          <ac:chgData name="Dhivya G" userId="2a2a5bd1ea46266e" providerId="LiveId" clId="{7165BEFC-6165-47FA-8757-D851393C1F71}" dt="2026-08-29T06:20:48.214" v="818" actId="1076"/>
          <ac:spMkLst>
            <pc:docMk/>
            <pc:sldMk cId="0" sldId="259"/>
            <ac:spMk id="31" creationId="{3AAED300-5EC0-5F21-1698-D3C1F41C4313}"/>
          </ac:spMkLst>
        </pc:spChg>
        <pc:spChg chg="add mod">
          <ac:chgData name="Dhivya G" userId="2a2a5bd1ea46266e" providerId="LiveId" clId="{7165BEFC-6165-47FA-8757-D851393C1F71}" dt="2026-08-29T06:23:29.120" v="838" actId="1076"/>
          <ac:spMkLst>
            <pc:docMk/>
            <pc:sldMk cId="0" sldId="259"/>
            <ac:spMk id="33" creationId="{29734C58-5956-6D81-FAC9-852EB390DEB2}"/>
          </ac:spMkLst>
        </pc:spChg>
      </pc:sldChg>
      <pc:sldChg chg="addSp delSp modSp mod">
        <pc:chgData name="Dhivya G" userId="2a2a5bd1ea46266e" providerId="LiveId" clId="{7165BEFC-6165-47FA-8757-D851393C1F71}" dt="2026-08-29T07:04:37.798" v="1968"/>
        <pc:sldMkLst>
          <pc:docMk/>
          <pc:sldMk cId="0" sldId="260"/>
        </pc:sldMkLst>
        <pc:spChg chg="del mod">
          <ac:chgData name="Dhivya G" userId="2a2a5bd1ea46266e" providerId="LiveId" clId="{7165BEFC-6165-47FA-8757-D851393C1F71}" dt="2026-08-29T07:04:16.803" v="1961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Dhivya G" userId="2a2a5bd1ea46266e" providerId="LiveId" clId="{7165BEFC-6165-47FA-8757-D851393C1F71}" dt="2026-08-29T02:33:11.497" v="147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2:33:21.299" v="149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8-29T02:33:39.663" v="150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Dhivya G" userId="2a2a5bd1ea46266e" providerId="LiveId" clId="{7165BEFC-6165-47FA-8757-D851393C1F71}" dt="2026-08-29T02:36:06.196" v="175" actId="14100"/>
          <ac:spMkLst>
            <pc:docMk/>
            <pc:sldMk cId="0" sldId="260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8-29T02:43:55.597" v="251" actId="1076"/>
          <ac:spMkLst>
            <pc:docMk/>
            <pc:sldMk cId="0" sldId="260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8-29T02:36:36.319" v="179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Dhivya G" userId="2a2a5bd1ea46266e" providerId="LiveId" clId="{7165BEFC-6165-47FA-8757-D851393C1F71}" dt="2026-08-29T02:35:39.474" v="173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8-29T02:44:15.424" v="252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8-29T02:37:54.040" v="189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Dhivya G" userId="2a2a5bd1ea46266e" providerId="LiveId" clId="{7165BEFC-6165-47FA-8757-D851393C1F71}" dt="2026-08-29T02:37:49.353" v="188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hivya G" userId="2a2a5bd1ea46266e" providerId="LiveId" clId="{7165BEFC-6165-47FA-8757-D851393C1F71}" dt="2026-08-29T03:57:02.849" v="260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8-29T02:38:10.059" v="19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hivya G" userId="2a2a5bd1ea46266e" providerId="LiveId" clId="{7165BEFC-6165-47FA-8757-D851393C1F71}" dt="2026-08-29T02:34:37.926" v="162" actId="20578"/>
          <ac:spMkLst>
            <pc:docMk/>
            <pc:sldMk cId="0" sldId="260"/>
            <ac:spMk id="16" creationId="{00000000-0000-0000-0000-000000000000}"/>
          </ac:spMkLst>
        </pc:spChg>
        <pc:spChg chg="add del mod">
          <ac:chgData name="Dhivya G" userId="2a2a5bd1ea46266e" providerId="LiveId" clId="{7165BEFC-6165-47FA-8757-D851393C1F71}" dt="2026-08-29T07:04:37.798" v="1968"/>
          <ac:spMkLst>
            <pc:docMk/>
            <pc:sldMk cId="0" sldId="260"/>
            <ac:spMk id="17" creationId="{8C9F058D-A934-6274-E2FD-9343C727681A}"/>
          </ac:spMkLst>
        </pc:spChg>
      </pc:sldChg>
      <pc:sldChg chg="delSp modSp mod">
        <pc:chgData name="Dhivya G" userId="2a2a5bd1ea46266e" providerId="LiveId" clId="{7165BEFC-6165-47FA-8757-D851393C1F71}" dt="2026-08-29T07:05:45.889" v="2062" actId="20577"/>
        <pc:sldMkLst>
          <pc:docMk/>
          <pc:sldMk cId="0" sldId="261"/>
        </pc:sldMkLst>
        <pc:spChg chg="del mod">
          <ac:chgData name="Dhivya G" userId="2a2a5bd1ea46266e" providerId="LiveId" clId="{7165BEFC-6165-47FA-8757-D851393C1F71}" dt="2026-08-29T07:04:50.659" v="197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Dhivya G" userId="2a2a5bd1ea46266e" providerId="LiveId" clId="{7165BEFC-6165-47FA-8757-D851393C1F71}" dt="2026-08-29T03:58:23.183" v="275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3:58:32.107" v="277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8-29T03:58:40.021" v="279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8-29T07:05:45.889" v="2062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8-29T07:05:17.547" v="2022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8-29T03:59:36.693" v="291" actId="25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8-29T03:59:24.234" v="287" actId="25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Dhivya G" userId="2a2a5bd1ea46266e" providerId="LiveId" clId="{7165BEFC-6165-47FA-8757-D851393C1F71}" dt="2026-08-29T03:59:13.745" v="285" actId="2711"/>
          <ac:spMkLst>
            <pc:docMk/>
            <pc:sldMk cId="0" sldId="261"/>
            <ac:spMk id="22" creationId="{00000000-0000-0000-0000-000000000000}"/>
          </ac:spMkLst>
        </pc:spChg>
        <pc:spChg chg="del">
          <ac:chgData name="Dhivya G" userId="2a2a5bd1ea46266e" providerId="LiveId" clId="{7165BEFC-6165-47FA-8757-D851393C1F71}" dt="2026-08-29T03:57:44.715" v="266" actId="478"/>
          <ac:spMkLst>
            <pc:docMk/>
            <pc:sldMk cId="0" sldId="261"/>
            <ac:spMk id="23" creationId="{00000000-0000-0000-0000-000000000000}"/>
          </ac:spMkLst>
        </pc:spChg>
        <pc:spChg chg="del mod">
          <ac:chgData name="Dhivya G" userId="2a2a5bd1ea46266e" providerId="LiveId" clId="{7165BEFC-6165-47FA-8757-D851393C1F71}" dt="2026-08-29T03:57:56.526" v="269"/>
          <ac:spMkLst>
            <pc:docMk/>
            <pc:sldMk cId="0" sldId="261"/>
            <ac:spMk id="24" creationId="{00000000-0000-0000-0000-000000000000}"/>
          </ac:spMkLst>
        </pc:spChg>
        <pc:spChg chg="del mod">
          <ac:chgData name="Dhivya G" userId="2a2a5bd1ea46266e" providerId="LiveId" clId="{7165BEFC-6165-47FA-8757-D851393C1F71}" dt="2026-08-29T04:01:36.571" v="345"/>
          <ac:spMkLst>
            <pc:docMk/>
            <pc:sldMk cId="0" sldId="261"/>
            <ac:spMk id="26" creationId="{00000000-0000-0000-0000-000000000000}"/>
          </ac:spMkLst>
        </pc:spChg>
        <pc:spChg chg="del">
          <ac:chgData name="Dhivya G" userId="2a2a5bd1ea46266e" providerId="LiveId" clId="{7165BEFC-6165-47FA-8757-D851393C1F71}" dt="2026-08-29T03:58:09.026" v="272" actId="478"/>
          <ac:spMkLst>
            <pc:docMk/>
            <pc:sldMk cId="0" sldId="261"/>
            <ac:spMk id="27" creationId="{00000000-0000-0000-0000-000000000000}"/>
          </ac:spMkLst>
        </pc:spChg>
        <pc:spChg chg="del">
          <ac:chgData name="Dhivya G" userId="2a2a5bd1ea46266e" providerId="LiveId" clId="{7165BEFC-6165-47FA-8757-D851393C1F71}" dt="2026-08-29T04:00:11.103" v="302" actId="478"/>
          <ac:spMkLst>
            <pc:docMk/>
            <pc:sldMk cId="0" sldId="261"/>
            <ac:spMk id="28" creationId="{00000000-0000-0000-0000-000000000000}"/>
          </ac:spMkLst>
        </pc:spChg>
        <pc:spChg chg="del">
          <ac:chgData name="Dhivya G" userId="2a2a5bd1ea46266e" providerId="LiveId" clId="{7165BEFC-6165-47FA-8757-D851393C1F71}" dt="2026-08-29T04:00:08.782" v="299" actId="478"/>
          <ac:spMkLst>
            <pc:docMk/>
            <pc:sldMk cId="0" sldId="261"/>
            <ac:spMk id="29" creationId="{00000000-0000-0000-0000-000000000000}"/>
          </ac:spMkLst>
        </pc:spChg>
        <pc:spChg chg="del mod">
          <ac:chgData name="Dhivya G" userId="2a2a5bd1ea46266e" providerId="LiveId" clId="{7165BEFC-6165-47FA-8757-D851393C1F71}" dt="2026-08-29T04:00:24.266" v="307"/>
          <ac:spMkLst>
            <pc:docMk/>
            <pc:sldMk cId="0" sldId="261"/>
            <ac:spMk id="30" creationId="{00000000-0000-0000-0000-000000000000}"/>
          </ac:spMkLst>
        </pc:spChg>
        <pc:spChg chg="del">
          <ac:chgData name="Dhivya G" userId="2a2a5bd1ea46266e" providerId="LiveId" clId="{7165BEFC-6165-47FA-8757-D851393C1F71}" dt="2026-08-29T04:00:24.266" v="305" actId="478"/>
          <ac:spMkLst>
            <pc:docMk/>
            <pc:sldMk cId="0" sldId="261"/>
            <ac:spMk id="31" creationId="{00000000-0000-0000-0000-000000000000}"/>
          </ac:spMkLst>
        </pc:spChg>
        <pc:spChg chg="del mod">
          <ac:chgData name="Dhivya G" userId="2a2a5bd1ea46266e" providerId="LiveId" clId="{7165BEFC-6165-47FA-8757-D851393C1F71}" dt="2026-08-29T04:00:32.773" v="312" actId="478"/>
          <ac:spMkLst>
            <pc:docMk/>
            <pc:sldMk cId="0" sldId="261"/>
            <ac:spMk id="32" creationId="{00000000-0000-0000-0000-000000000000}"/>
          </ac:spMkLst>
        </pc:spChg>
        <pc:spChg chg="del mod">
          <ac:chgData name="Dhivya G" userId="2a2a5bd1ea46266e" providerId="LiveId" clId="{7165BEFC-6165-47FA-8757-D851393C1F71}" dt="2026-08-29T04:00:45.121" v="316"/>
          <ac:spMkLst>
            <pc:docMk/>
            <pc:sldMk cId="0" sldId="261"/>
            <ac:spMk id="33" creationId="{00000000-0000-0000-0000-000000000000}"/>
          </ac:spMkLst>
        </pc:spChg>
        <pc:spChg chg="del">
          <ac:chgData name="Dhivya G" userId="2a2a5bd1ea46266e" providerId="LiveId" clId="{7165BEFC-6165-47FA-8757-D851393C1F71}" dt="2026-08-29T04:00:45.119" v="314" actId="478"/>
          <ac:spMkLst>
            <pc:docMk/>
            <pc:sldMk cId="0" sldId="261"/>
            <ac:spMk id="34" creationId="{00000000-0000-0000-0000-000000000000}"/>
          </ac:spMkLst>
        </pc:spChg>
        <pc:spChg chg="del mod">
          <ac:chgData name="Dhivya G" userId="2a2a5bd1ea46266e" providerId="LiveId" clId="{7165BEFC-6165-47FA-8757-D851393C1F71}" dt="2026-08-29T04:00:54.668" v="318" actId="478"/>
          <ac:spMkLst>
            <pc:docMk/>
            <pc:sldMk cId="0" sldId="261"/>
            <ac:spMk id="35" creationId="{00000000-0000-0000-0000-000000000000}"/>
          </ac:spMkLst>
        </pc:spChg>
        <pc:spChg chg="del mod">
          <ac:chgData name="Dhivya G" userId="2a2a5bd1ea46266e" providerId="LiveId" clId="{7165BEFC-6165-47FA-8757-D851393C1F71}" dt="2026-08-29T04:01:12.212" v="323"/>
          <ac:spMkLst>
            <pc:docMk/>
            <pc:sldMk cId="0" sldId="261"/>
            <ac:spMk id="36" creationId="{00000000-0000-0000-0000-000000000000}"/>
          </ac:spMkLst>
        </pc:spChg>
        <pc:spChg chg="del">
          <ac:chgData name="Dhivya G" userId="2a2a5bd1ea46266e" providerId="LiveId" clId="{7165BEFC-6165-47FA-8757-D851393C1F71}" dt="2026-08-29T04:01:05.535" v="319" actId="478"/>
          <ac:spMkLst>
            <pc:docMk/>
            <pc:sldMk cId="0" sldId="261"/>
            <ac:spMk id="37" creationId="{00000000-0000-0000-0000-000000000000}"/>
          </ac:spMkLst>
        </pc:spChg>
        <pc:spChg chg="del">
          <ac:chgData name="Dhivya G" userId="2a2a5bd1ea46266e" providerId="LiveId" clId="{7165BEFC-6165-47FA-8757-D851393C1F71}" dt="2026-08-29T04:01:12.212" v="321" actId="478"/>
          <ac:spMkLst>
            <pc:docMk/>
            <pc:sldMk cId="0" sldId="261"/>
            <ac:spMk id="38" creationId="{00000000-0000-0000-0000-000000000000}"/>
          </ac:spMkLst>
        </pc:spChg>
        <pc:spChg chg="del">
          <ac:chgData name="Dhivya G" userId="2a2a5bd1ea46266e" providerId="LiveId" clId="{7165BEFC-6165-47FA-8757-D851393C1F71}" dt="2026-08-29T04:01:14.831" v="324" actId="478"/>
          <ac:spMkLst>
            <pc:docMk/>
            <pc:sldMk cId="0" sldId="261"/>
            <ac:spMk id="39" creationId="{00000000-0000-0000-0000-000000000000}"/>
          </ac:spMkLst>
        </pc:spChg>
        <pc:spChg chg="del mod">
          <ac:chgData name="Dhivya G" userId="2a2a5bd1ea46266e" providerId="LiveId" clId="{7165BEFC-6165-47FA-8757-D851393C1F71}" dt="2026-08-29T04:01:22.656" v="333" actId="478"/>
          <ac:spMkLst>
            <pc:docMk/>
            <pc:sldMk cId="0" sldId="261"/>
            <ac:spMk id="40" creationId="{00000000-0000-0000-0000-000000000000}"/>
          </ac:spMkLst>
        </pc:spChg>
        <pc:spChg chg="del mod">
          <ac:chgData name="Dhivya G" userId="2a2a5bd1ea46266e" providerId="LiveId" clId="{7165BEFC-6165-47FA-8757-D851393C1F71}" dt="2026-08-29T04:01:22.658" v="335"/>
          <ac:spMkLst>
            <pc:docMk/>
            <pc:sldMk cId="0" sldId="261"/>
            <ac:spMk id="41" creationId="{00000000-0000-0000-0000-000000000000}"/>
          </ac:spMkLst>
        </pc:spChg>
        <pc:spChg chg="del mod">
          <ac:chgData name="Dhivya G" userId="2a2a5bd1ea46266e" providerId="LiveId" clId="{7165BEFC-6165-47FA-8757-D851393C1F71}" dt="2026-08-29T03:58:06.466" v="271" actId="478"/>
          <ac:spMkLst>
            <pc:docMk/>
            <pc:sldMk cId="0" sldId="261"/>
            <ac:spMk id="42" creationId="{00000000-0000-0000-0000-000000000000}"/>
          </ac:spMkLst>
        </pc:spChg>
        <pc:spChg chg="del mod">
          <ac:chgData name="Dhivya G" userId="2a2a5bd1ea46266e" providerId="LiveId" clId="{7165BEFC-6165-47FA-8757-D851393C1F71}" dt="2026-08-29T04:00:08.784" v="301"/>
          <ac:spMkLst>
            <pc:docMk/>
            <pc:sldMk cId="0" sldId="261"/>
            <ac:spMk id="43" creationId="{00000000-0000-0000-0000-000000000000}"/>
          </ac:spMkLst>
        </pc:spChg>
      </pc:sldChg>
      <pc:sldChg chg="delSp modSp mod">
        <pc:chgData name="Dhivya G" userId="2a2a5bd1ea46266e" providerId="LiveId" clId="{7165BEFC-6165-47FA-8757-D851393C1F71}" dt="2026-08-29T07:04:43.314" v="1970" actId="478"/>
        <pc:sldMkLst>
          <pc:docMk/>
          <pc:sldMk cId="0" sldId="262"/>
        </pc:sldMkLst>
        <pc:spChg chg="del mod">
          <ac:chgData name="Dhivya G" userId="2a2a5bd1ea46266e" providerId="LiveId" clId="{7165BEFC-6165-47FA-8757-D851393C1F71}" dt="2026-08-29T07:04:43.314" v="1970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Dhivya G" userId="2a2a5bd1ea46266e" providerId="LiveId" clId="{7165BEFC-6165-47FA-8757-D851393C1F71}" dt="2026-08-29T04:01:43.960" v="346" actId="2711"/>
          <ac:spMkLst>
            <pc:docMk/>
            <pc:sldMk cId="0" sldId="262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4:01:56.474" v="348" actId="255"/>
          <ac:spMkLst>
            <pc:docMk/>
            <pc:sldMk cId="0" sldId="262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8-29T04:03:33.083" v="373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8-29T04:07:20.639" v="382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8-29T04:07:50.281" v="402" actId="2057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8-29T04:07:59.181" v="410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8-29T04:08:20.226" v="420" actId="20577"/>
          <ac:spMkLst>
            <pc:docMk/>
            <pc:sldMk cId="0" sldId="262"/>
            <ac:spMk id="19" creationId="{00000000-0000-0000-0000-000000000000}"/>
          </ac:spMkLst>
        </pc:spChg>
        <pc:spChg chg="mod">
          <ac:chgData name="Dhivya G" userId="2a2a5bd1ea46266e" providerId="LiveId" clId="{7165BEFC-6165-47FA-8757-D851393C1F71}" dt="2026-08-29T04:08:30.423" v="430" actId="20577"/>
          <ac:spMkLst>
            <pc:docMk/>
            <pc:sldMk cId="0" sldId="262"/>
            <ac:spMk id="22" creationId="{00000000-0000-0000-0000-000000000000}"/>
          </ac:spMkLst>
        </pc:spChg>
        <pc:spChg chg="mod">
          <ac:chgData name="Dhivya G" userId="2a2a5bd1ea46266e" providerId="LiveId" clId="{7165BEFC-6165-47FA-8757-D851393C1F71}" dt="2026-08-29T04:08:41.194" v="440" actId="20577"/>
          <ac:spMkLst>
            <pc:docMk/>
            <pc:sldMk cId="0" sldId="262"/>
            <ac:spMk id="25" creationId="{00000000-0000-0000-0000-000000000000}"/>
          </ac:spMkLst>
        </pc:spChg>
        <pc:spChg chg="del">
          <ac:chgData name="Dhivya G" userId="2a2a5bd1ea46266e" providerId="LiveId" clId="{7165BEFC-6165-47FA-8757-D851393C1F71}" dt="2026-08-29T04:02:27.425" v="354" actId="478"/>
          <ac:spMkLst>
            <pc:docMk/>
            <pc:sldMk cId="0" sldId="262"/>
            <ac:spMk id="27" creationId="{00000000-0000-0000-0000-000000000000}"/>
          </ac:spMkLst>
        </pc:spChg>
        <pc:spChg chg="del">
          <ac:chgData name="Dhivya G" userId="2a2a5bd1ea46266e" providerId="LiveId" clId="{7165BEFC-6165-47FA-8757-D851393C1F71}" dt="2026-08-29T04:02:24.755" v="353" actId="478"/>
          <ac:spMkLst>
            <pc:docMk/>
            <pc:sldMk cId="0" sldId="262"/>
            <ac:spMk id="28" creationId="{00000000-0000-0000-0000-000000000000}"/>
          </ac:spMkLst>
        </pc:spChg>
      </pc:sldChg>
      <pc:sldChg chg="addSp delSp modSp mod">
        <pc:chgData name="Dhivya G" userId="2a2a5bd1ea46266e" providerId="LiveId" clId="{7165BEFC-6165-47FA-8757-D851393C1F71}" dt="2026-08-29T08:34:29.158" v="2068" actId="27918"/>
        <pc:sldMkLst>
          <pc:docMk/>
          <pc:sldMk cId="0" sldId="263"/>
        </pc:sldMkLst>
        <pc:spChg chg="mod">
          <ac:chgData name="Dhivya G" userId="2a2a5bd1ea46266e" providerId="LiveId" clId="{7165BEFC-6165-47FA-8757-D851393C1F71}" dt="2026-08-29T04:09:08.382" v="445" actId="2711"/>
          <ac:spMkLst>
            <pc:docMk/>
            <pc:sldMk cId="0" sldId="263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4:09:15.697" v="447" actId="255"/>
          <ac:spMkLst>
            <pc:docMk/>
            <pc:sldMk cId="0" sldId="263"/>
            <ac:spMk id="4" creationId="{00000000-0000-0000-0000-000000000000}"/>
          </ac:spMkLst>
        </pc:spChg>
        <pc:spChg chg="del">
          <ac:chgData name="Dhivya G" userId="2a2a5bd1ea46266e" providerId="LiveId" clId="{7165BEFC-6165-47FA-8757-D851393C1F71}" dt="2026-08-29T04:11:23.083" v="475" actId="478"/>
          <ac:spMkLst>
            <pc:docMk/>
            <pc:sldMk cId="0" sldId="263"/>
            <ac:spMk id="5" creationId="{00000000-0000-0000-0000-000000000000}"/>
          </ac:spMkLst>
        </pc:spChg>
        <pc:spChg chg="add del mod">
          <ac:chgData name="Dhivya G" userId="2a2a5bd1ea46266e" providerId="LiveId" clId="{7165BEFC-6165-47FA-8757-D851393C1F71}" dt="2026-08-29T04:09:57.895" v="461" actId="47"/>
          <ac:spMkLst>
            <pc:docMk/>
            <pc:sldMk cId="0" sldId="263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8-29T04:09:25.388" v="449" actId="255"/>
          <ac:spMkLst>
            <pc:docMk/>
            <pc:sldMk cId="0" sldId="263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8-29T04:09:36.827" v="451" actId="255"/>
          <ac:spMkLst>
            <pc:docMk/>
            <pc:sldMk cId="0" sldId="263"/>
            <ac:spMk id="12" creationId="{00000000-0000-0000-0000-000000000000}"/>
          </ac:spMkLst>
        </pc:spChg>
        <pc:spChg chg="del">
          <ac:chgData name="Dhivya G" userId="2a2a5bd1ea46266e" providerId="LiveId" clId="{7165BEFC-6165-47FA-8757-D851393C1F71}" dt="2026-08-29T04:08:53.573" v="442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Dhivya G" userId="2a2a5bd1ea46266e" providerId="LiveId" clId="{7165BEFC-6165-47FA-8757-D851393C1F71}" dt="2026-08-29T04:08:51.444" v="441" actId="478"/>
          <ac:spMkLst>
            <pc:docMk/>
            <pc:sldMk cId="0" sldId="263"/>
            <ac:spMk id="15" creationId="{00000000-0000-0000-0000-000000000000}"/>
          </ac:spMkLst>
        </pc:spChg>
        <pc:graphicFrameChg chg="add del mod">
          <ac:chgData name="Dhivya G" userId="2a2a5bd1ea46266e" providerId="LiveId" clId="{7165BEFC-6165-47FA-8757-D851393C1F71}" dt="2026-08-29T08:33:22.385" v="2067" actId="478"/>
          <ac:graphicFrameMkLst>
            <pc:docMk/>
            <pc:sldMk cId="0" sldId="263"/>
            <ac:graphicFrameMk id="5" creationId="{5B597D2D-FDCB-4B65-9DA6-B8C40E107058}"/>
          </ac:graphicFrameMkLst>
        </pc:graphicFrameChg>
        <pc:graphicFrameChg chg="add del mod">
          <ac:chgData name="Dhivya G" userId="2a2a5bd1ea46266e" providerId="LiveId" clId="{7165BEFC-6165-47FA-8757-D851393C1F71}" dt="2026-08-29T04:14:50.040" v="508" actId="255"/>
          <ac:graphicFrameMkLst>
            <pc:docMk/>
            <pc:sldMk cId="0" sldId="263"/>
            <ac:graphicFrameMk id="16" creationId="{5B597D2D-FDCB-4B65-9DA6-B8C40E107058}"/>
          </ac:graphicFrameMkLst>
        </pc:graphicFrameChg>
        <pc:graphicFrameChg chg="add del">
          <ac:chgData name="Dhivya G" userId="2a2a5bd1ea46266e" providerId="LiveId" clId="{7165BEFC-6165-47FA-8757-D851393C1F71}" dt="2026-08-29T04:09:57.413" v="460" actId="22"/>
          <ac:graphicFrameMkLst>
            <pc:docMk/>
            <pc:sldMk cId="0" sldId="263"/>
            <ac:graphicFrameMk id="18" creationId="{684BCB28-0A97-07AF-629C-3F089DDA2315}"/>
          </ac:graphicFrameMkLst>
        </pc:graphicFrameChg>
      </pc:sldChg>
      <pc:sldChg chg="addSp delSp modSp mod">
        <pc:chgData name="Dhivya G" userId="2a2a5bd1ea46266e" providerId="LiveId" clId="{7165BEFC-6165-47FA-8757-D851393C1F71}" dt="2026-08-29T06:39:24.679" v="1636" actId="14100"/>
        <pc:sldMkLst>
          <pc:docMk/>
          <pc:sldMk cId="0" sldId="264"/>
        </pc:sldMkLst>
        <pc:spChg chg="mod">
          <ac:chgData name="Dhivya G" userId="2a2a5bd1ea46266e" providerId="LiveId" clId="{7165BEFC-6165-47FA-8757-D851393C1F71}" dt="2026-08-29T04:12:07.582" v="482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4:12:15.659" v="484" actId="255"/>
          <ac:spMkLst>
            <pc:docMk/>
            <pc:sldMk cId="0" sldId="264"/>
            <ac:spMk id="4" creationId="{00000000-0000-0000-0000-000000000000}"/>
          </ac:spMkLst>
        </pc:spChg>
        <pc:spChg chg="del">
          <ac:chgData name="Dhivya G" userId="2a2a5bd1ea46266e" providerId="LiveId" clId="{7165BEFC-6165-47FA-8757-D851393C1F71}" dt="2026-08-29T04:11:57.707" v="480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Dhivya G" userId="2a2a5bd1ea46266e" providerId="LiveId" clId="{7165BEFC-6165-47FA-8757-D851393C1F71}" dt="2026-08-29T04:11:55.735" v="479" actId="478"/>
          <ac:spMkLst>
            <pc:docMk/>
            <pc:sldMk cId="0" sldId="264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8-29T04:12:27.292" v="486" actId="255"/>
          <ac:spMkLst>
            <pc:docMk/>
            <pc:sldMk cId="0" sldId="264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8-29T04:12:37.272" v="488" actId="255"/>
          <ac:spMkLst>
            <pc:docMk/>
            <pc:sldMk cId="0" sldId="264"/>
            <ac:spMk id="12" creationId="{00000000-0000-0000-0000-000000000000}"/>
          </ac:spMkLst>
        </pc:spChg>
        <pc:spChg chg="del">
          <ac:chgData name="Dhivya G" userId="2a2a5bd1ea46266e" providerId="LiveId" clId="{7165BEFC-6165-47FA-8757-D851393C1F71}" dt="2026-08-29T04:12:00.043" v="481" actId="478"/>
          <ac:spMkLst>
            <pc:docMk/>
            <pc:sldMk cId="0" sldId="264"/>
            <ac:spMk id="14" creationId="{00000000-0000-0000-0000-000000000000}"/>
          </ac:spMkLst>
        </pc:spChg>
        <pc:graphicFrameChg chg="add mod">
          <ac:chgData name="Dhivya G" userId="2a2a5bd1ea46266e" providerId="LiveId" clId="{7165BEFC-6165-47FA-8757-D851393C1F71}" dt="2026-08-29T06:39:24.679" v="1636" actId="14100"/>
          <ac:graphicFrameMkLst>
            <pc:docMk/>
            <pc:sldMk cId="0" sldId="264"/>
            <ac:graphicFrameMk id="16" creationId="{D4133B4A-5918-4AC2-AB6F-C97CB4C1EBDF}"/>
          </ac:graphicFrameMkLst>
        </pc:graphicFrameChg>
      </pc:sldChg>
      <pc:sldChg chg="addSp delSp modSp mod">
        <pc:chgData name="Dhivya G" userId="2a2a5bd1ea46266e" providerId="LiveId" clId="{7165BEFC-6165-47FA-8757-D851393C1F71}" dt="2026-08-29T06:39:43.374" v="1637" actId="27918"/>
        <pc:sldMkLst>
          <pc:docMk/>
          <pc:sldMk cId="0" sldId="265"/>
        </pc:sldMkLst>
        <pc:spChg chg="mod">
          <ac:chgData name="Dhivya G" userId="2a2a5bd1ea46266e" providerId="LiveId" clId="{7165BEFC-6165-47FA-8757-D851393C1F71}" dt="2026-08-29T04:15:02.981" v="509" actId="2711"/>
          <ac:spMkLst>
            <pc:docMk/>
            <pc:sldMk cId="0" sldId="265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4:15:21.280" v="515" actId="255"/>
          <ac:spMkLst>
            <pc:docMk/>
            <pc:sldMk cId="0" sldId="265"/>
            <ac:spMk id="4" creationId="{00000000-0000-0000-0000-000000000000}"/>
          </ac:spMkLst>
        </pc:spChg>
        <pc:spChg chg="del">
          <ac:chgData name="Dhivya G" userId="2a2a5bd1ea46266e" providerId="LiveId" clId="{7165BEFC-6165-47FA-8757-D851393C1F71}" dt="2026-08-29T04:15:23.262" v="516" actId="478"/>
          <ac:spMkLst>
            <pc:docMk/>
            <pc:sldMk cId="0" sldId="265"/>
            <ac:spMk id="5" creationId="{00000000-0000-0000-0000-000000000000}"/>
          </ac:spMkLst>
        </pc:spChg>
        <pc:spChg chg="del mod">
          <ac:chgData name="Dhivya G" userId="2a2a5bd1ea46266e" providerId="LiveId" clId="{7165BEFC-6165-47FA-8757-D851393C1F71}" dt="2026-08-29T04:15:31.489" v="521"/>
          <ac:spMkLst>
            <pc:docMk/>
            <pc:sldMk cId="0" sldId="265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8-29T04:15:43.676" v="524" actId="255"/>
          <ac:spMkLst>
            <pc:docMk/>
            <pc:sldMk cId="0" sldId="265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8-29T04:15:53.231" v="526" actId="255"/>
          <ac:spMkLst>
            <pc:docMk/>
            <pc:sldMk cId="0" sldId="265"/>
            <ac:spMk id="12" creationId="{00000000-0000-0000-0000-000000000000}"/>
          </ac:spMkLst>
        </pc:spChg>
        <pc:spChg chg="del">
          <ac:chgData name="Dhivya G" userId="2a2a5bd1ea46266e" providerId="LiveId" clId="{7165BEFC-6165-47FA-8757-D851393C1F71}" dt="2026-08-29T04:15:33.734" v="522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Dhivya G" userId="2a2a5bd1ea46266e" providerId="LiveId" clId="{7165BEFC-6165-47FA-8757-D851393C1F71}" dt="2026-08-29T04:15:31.487" v="519" actId="478"/>
          <ac:spMkLst>
            <pc:docMk/>
            <pc:sldMk cId="0" sldId="265"/>
            <ac:spMk id="15" creationId="{00000000-0000-0000-0000-000000000000}"/>
          </ac:spMkLst>
        </pc:spChg>
        <pc:graphicFrameChg chg="add mod">
          <ac:chgData name="Dhivya G" userId="2a2a5bd1ea46266e" providerId="LiveId" clId="{7165BEFC-6165-47FA-8757-D851393C1F71}" dt="2026-08-29T04:17:06.415" v="542" actId="255"/>
          <ac:graphicFrameMkLst>
            <pc:docMk/>
            <pc:sldMk cId="0" sldId="265"/>
            <ac:graphicFrameMk id="16" creationId="{A9C00CEB-7791-421C-8BB1-BC95F0035A99}"/>
          </ac:graphicFrameMkLst>
        </pc:graphicFrameChg>
      </pc:sldChg>
      <pc:sldChg chg="addSp delSp modSp mod">
        <pc:chgData name="Dhivya G" userId="2a2a5bd1ea46266e" providerId="LiveId" clId="{7165BEFC-6165-47FA-8757-D851393C1F71}" dt="2026-08-29T06:39:50.784" v="1638" actId="27918"/>
        <pc:sldMkLst>
          <pc:docMk/>
          <pc:sldMk cId="0" sldId="266"/>
        </pc:sldMkLst>
        <pc:spChg chg="mod">
          <ac:chgData name="Dhivya G" userId="2a2a5bd1ea46266e" providerId="LiveId" clId="{7165BEFC-6165-47FA-8757-D851393C1F71}" dt="2026-08-29T04:17:18.887" v="543" actId="2711"/>
          <ac:spMkLst>
            <pc:docMk/>
            <pc:sldMk cId="0" sldId="266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4:17:30.086" v="545" actId="255"/>
          <ac:spMkLst>
            <pc:docMk/>
            <pc:sldMk cId="0" sldId="266"/>
            <ac:spMk id="4" creationId="{00000000-0000-0000-0000-000000000000}"/>
          </ac:spMkLst>
        </pc:spChg>
        <pc:spChg chg="del">
          <ac:chgData name="Dhivya G" userId="2a2a5bd1ea46266e" providerId="LiveId" clId="{7165BEFC-6165-47FA-8757-D851393C1F71}" dt="2026-08-29T04:17:33.034" v="546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Dhivya G" userId="2a2a5bd1ea46266e" providerId="LiveId" clId="{7165BEFC-6165-47FA-8757-D851393C1F71}" dt="2026-08-29T04:17:35.693" v="547" actId="478"/>
          <ac:spMkLst>
            <pc:docMk/>
            <pc:sldMk cId="0" sldId="266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8-29T04:17:49.223" v="551" actId="255"/>
          <ac:spMkLst>
            <pc:docMk/>
            <pc:sldMk cId="0" sldId="266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8-29T04:18:00.106" v="553" actId="255"/>
          <ac:spMkLst>
            <pc:docMk/>
            <pc:sldMk cId="0" sldId="266"/>
            <ac:spMk id="12" creationId="{00000000-0000-0000-0000-000000000000}"/>
          </ac:spMkLst>
        </pc:spChg>
        <pc:spChg chg="del">
          <ac:chgData name="Dhivya G" userId="2a2a5bd1ea46266e" providerId="LiveId" clId="{7165BEFC-6165-47FA-8757-D851393C1F71}" dt="2026-08-29T04:17:40.003" v="549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Dhivya G" userId="2a2a5bd1ea46266e" providerId="LiveId" clId="{7165BEFC-6165-47FA-8757-D851393C1F71}" dt="2026-08-29T04:17:38.197" v="548" actId="478"/>
          <ac:spMkLst>
            <pc:docMk/>
            <pc:sldMk cId="0" sldId="266"/>
            <ac:spMk id="15" creationId="{00000000-0000-0000-0000-000000000000}"/>
          </ac:spMkLst>
        </pc:spChg>
        <pc:graphicFrameChg chg="add mod">
          <ac:chgData name="Dhivya G" userId="2a2a5bd1ea46266e" providerId="LiveId" clId="{7165BEFC-6165-47FA-8757-D851393C1F71}" dt="2026-08-29T04:19:15.176" v="572" actId="255"/>
          <ac:graphicFrameMkLst>
            <pc:docMk/>
            <pc:sldMk cId="0" sldId="266"/>
            <ac:graphicFrameMk id="16" creationId="{486BC0B1-EB4C-4AA6-AD08-A3E49DF67398}"/>
          </ac:graphicFrameMkLst>
        </pc:graphicFrameChg>
      </pc:sldChg>
      <pc:sldChg chg="addSp delSp modSp mod">
        <pc:chgData name="Dhivya G" userId="2a2a5bd1ea46266e" providerId="LiveId" clId="{7165BEFC-6165-47FA-8757-D851393C1F71}" dt="2026-08-29T06:39:58.357" v="1639" actId="27918"/>
        <pc:sldMkLst>
          <pc:docMk/>
          <pc:sldMk cId="0" sldId="267"/>
        </pc:sldMkLst>
        <pc:spChg chg="mod">
          <ac:chgData name="Dhivya G" userId="2a2a5bd1ea46266e" providerId="LiveId" clId="{7165BEFC-6165-47FA-8757-D851393C1F71}" dt="2026-08-29T04:19:27.941" v="573" actId="2711"/>
          <ac:spMkLst>
            <pc:docMk/>
            <pc:sldMk cId="0" sldId="267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6:35:48.200" v="1570" actId="20577"/>
          <ac:spMkLst>
            <pc:docMk/>
            <pc:sldMk cId="0" sldId="267"/>
            <ac:spMk id="4" creationId="{00000000-0000-0000-0000-000000000000}"/>
          </ac:spMkLst>
        </pc:spChg>
        <pc:spChg chg="del">
          <ac:chgData name="Dhivya G" userId="2a2a5bd1ea46266e" providerId="LiveId" clId="{7165BEFC-6165-47FA-8757-D851393C1F71}" dt="2026-08-29T06:33:24.732" v="1525" actId="478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33:24.735" v="1527"/>
          <ac:spMkLst>
            <pc:docMk/>
            <pc:sldMk cId="0" sldId="267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8-29T06:33:48.773" v="1530" actId="255"/>
          <ac:spMkLst>
            <pc:docMk/>
            <pc:sldMk cId="0" sldId="267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8-29T06:34:00.362" v="1532" actId="255"/>
          <ac:spMkLst>
            <pc:docMk/>
            <pc:sldMk cId="0" sldId="267"/>
            <ac:spMk id="12" creationId="{00000000-0000-0000-0000-000000000000}"/>
          </ac:spMkLst>
        </pc:spChg>
        <pc:spChg chg="del">
          <ac:chgData name="Dhivya G" userId="2a2a5bd1ea46266e" providerId="LiveId" clId="{7165BEFC-6165-47FA-8757-D851393C1F71}" dt="2026-08-29T06:33:26.846" v="1528" actId="478"/>
          <ac:spMkLst>
            <pc:docMk/>
            <pc:sldMk cId="0" sldId="267"/>
            <ac:spMk id="14" creationId="{00000000-0000-0000-0000-000000000000}"/>
          </ac:spMkLst>
        </pc:spChg>
        <pc:graphicFrameChg chg="add mod">
          <ac:chgData name="Dhivya G" userId="2a2a5bd1ea46266e" providerId="LiveId" clId="{7165BEFC-6165-47FA-8757-D851393C1F71}" dt="2026-08-29T06:35:29.667" v="1551" actId="255"/>
          <ac:graphicFrameMkLst>
            <pc:docMk/>
            <pc:sldMk cId="0" sldId="267"/>
            <ac:graphicFrameMk id="16" creationId="{56E42866-900C-47A4-9A27-B02F85AEAFD7}"/>
          </ac:graphicFrameMkLst>
        </pc:graphicFrameChg>
      </pc:sldChg>
      <pc:sldChg chg="addSp delSp modSp mod">
        <pc:chgData name="Dhivya G" userId="2a2a5bd1ea46266e" providerId="LiveId" clId="{7165BEFC-6165-47FA-8757-D851393C1F71}" dt="2026-08-29T06:40:05.137" v="1640" actId="27918"/>
        <pc:sldMkLst>
          <pc:docMk/>
          <pc:sldMk cId="0" sldId="268"/>
        </pc:sldMkLst>
        <pc:spChg chg="mod">
          <ac:chgData name="Dhivya G" userId="2a2a5bd1ea46266e" providerId="LiveId" clId="{7165BEFC-6165-47FA-8757-D851393C1F71}" dt="2026-08-29T06:36:07.925" v="1571" actId="2711"/>
          <ac:spMkLst>
            <pc:docMk/>
            <pc:sldMk cId="0" sldId="268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6:36:16.953" v="1573" actId="255"/>
          <ac:spMkLst>
            <pc:docMk/>
            <pc:sldMk cId="0" sldId="268"/>
            <ac:spMk id="4" creationId="{00000000-0000-0000-0000-000000000000}"/>
          </ac:spMkLst>
        </pc:spChg>
        <pc:spChg chg="del">
          <ac:chgData name="Dhivya G" userId="2a2a5bd1ea46266e" providerId="LiveId" clId="{7165BEFC-6165-47FA-8757-D851393C1F71}" dt="2026-08-29T06:36:18.547" v="1574" actId="478"/>
          <ac:spMkLst>
            <pc:docMk/>
            <pc:sldMk cId="0" sldId="268"/>
            <ac:spMk id="5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36:23.333" v="1576" actId="478"/>
          <ac:spMkLst>
            <pc:docMk/>
            <pc:sldMk cId="0" sldId="268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8-29T06:38:42.492" v="1628" actId="255"/>
          <ac:spMkLst>
            <pc:docMk/>
            <pc:sldMk cId="0" sldId="268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8-29T06:38:54.061" v="1630" actId="255"/>
          <ac:spMkLst>
            <pc:docMk/>
            <pc:sldMk cId="0" sldId="268"/>
            <ac:spMk id="12" creationId="{00000000-0000-0000-0000-000000000000}"/>
          </ac:spMkLst>
        </pc:spChg>
        <pc:spChg chg="del">
          <ac:chgData name="Dhivya G" userId="2a2a5bd1ea46266e" providerId="LiveId" clId="{7165BEFC-6165-47FA-8757-D851393C1F71}" dt="2026-08-29T06:36:27.359" v="1578" actId="478"/>
          <ac:spMkLst>
            <pc:docMk/>
            <pc:sldMk cId="0" sldId="268"/>
            <ac:spMk id="14" creationId="{00000000-0000-0000-0000-000000000000}"/>
          </ac:spMkLst>
        </pc:spChg>
        <pc:spChg chg="del">
          <ac:chgData name="Dhivya G" userId="2a2a5bd1ea46266e" providerId="LiveId" clId="{7165BEFC-6165-47FA-8757-D851393C1F71}" dt="2026-08-29T06:36:25.551" v="1577" actId="478"/>
          <ac:spMkLst>
            <pc:docMk/>
            <pc:sldMk cId="0" sldId="268"/>
            <ac:spMk id="15" creationId="{00000000-0000-0000-0000-000000000000}"/>
          </ac:spMkLst>
        </pc:spChg>
        <pc:graphicFrameChg chg="add mod">
          <ac:chgData name="Dhivya G" userId="2a2a5bd1ea46266e" providerId="LiveId" clId="{7165BEFC-6165-47FA-8757-D851393C1F71}" dt="2026-08-29T06:37:29.297" v="1597" actId="255"/>
          <ac:graphicFrameMkLst>
            <pc:docMk/>
            <pc:sldMk cId="0" sldId="268"/>
            <ac:graphicFrameMk id="16" creationId="{F5846817-D115-4CBC-83BB-A5BB9AD343D6}"/>
          </ac:graphicFrameMkLst>
        </pc:graphicFrameChg>
      </pc:sldChg>
      <pc:sldChg chg="addSp delSp modSp mod">
        <pc:chgData name="Dhivya G" userId="2a2a5bd1ea46266e" providerId="LiveId" clId="{7165BEFC-6165-47FA-8757-D851393C1F71}" dt="2026-08-29T06:41:24.139" v="1665" actId="113"/>
        <pc:sldMkLst>
          <pc:docMk/>
          <pc:sldMk cId="0" sldId="269"/>
        </pc:sldMkLst>
        <pc:spChg chg="del mod">
          <ac:chgData name="Dhivya G" userId="2a2a5bd1ea46266e" providerId="LiveId" clId="{7165BEFC-6165-47FA-8757-D851393C1F71}" dt="2026-08-29T06:40:31.277" v="1647" actId="478"/>
          <ac:spMkLst>
            <pc:docMk/>
            <pc:sldMk cId="0" sldId="269"/>
            <ac:spMk id="2" creationId="{00000000-0000-0000-0000-000000000000}"/>
          </ac:spMkLst>
        </pc:spChg>
        <pc:spChg chg="mod">
          <ac:chgData name="Dhivya G" userId="2a2a5bd1ea46266e" providerId="LiveId" clId="{7165BEFC-6165-47FA-8757-D851393C1F71}" dt="2026-08-29T06:38:16.361" v="1617" actId="2711"/>
          <ac:spMkLst>
            <pc:docMk/>
            <pc:sldMk cId="0" sldId="269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6:38:11.321" v="1616" actId="20577"/>
          <ac:spMkLst>
            <pc:docMk/>
            <pc:sldMk cId="0" sldId="269"/>
            <ac:spMk id="4" creationId="{00000000-0000-0000-0000-000000000000}"/>
          </ac:spMkLst>
        </pc:spChg>
        <pc:spChg chg="del">
          <ac:chgData name="Dhivya G" userId="2a2a5bd1ea46266e" providerId="LiveId" clId="{7165BEFC-6165-47FA-8757-D851393C1F71}" dt="2026-08-29T06:38:18.081" v="1618" actId="478"/>
          <ac:spMkLst>
            <pc:docMk/>
            <pc:sldMk cId="0" sldId="269"/>
            <ac:spMk id="5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38:29.128" v="1624"/>
          <ac:spMkLst>
            <pc:docMk/>
            <pc:sldMk cId="0" sldId="269"/>
            <ac:spMk id="6" creationId="{00000000-0000-0000-0000-000000000000}"/>
          </ac:spMkLst>
        </pc:spChg>
        <pc:spChg chg="del">
          <ac:chgData name="Dhivya G" userId="2a2a5bd1ea46266e" providerId="LiveId" clId="{7165BEFC-6165-47FA-8757-D851393C1F71}" dt="2026-08-29T06:38:29.126" v="1622" actId="478"/>
          <ac:spMkLst>
            <pc:docMk/>
            <pc:sldMk cId="0" sldId="269"/>
            <ac:spMk id="14" creationId="{00000000-0000-0000-0000-000000000000}"/>
          </ac:spMkLst>
        </pc:spChg>
        <pc:graphicFrameChg chg="add mod">
          <ac:chgData name="Dhivya G" userId="2a2a5bd1ea46266e" providerId="LiveId" clId="{7165BEFC-6165-47FA-8757-D851393C1F71}" dt="2026-08-29T06:41:24.139" v="1665" actId="113"/>
          <ac:graphicFrameMkLst>
            <pc:docMk/>
            <pc:sldMk cId="0" sldId="269"/>
            <ac:graphicFrameMk id="16" creationId="{491E92BA-6072-4569-ADC0-C80A7DCAC169}"/>
          </ac:graphicFrameMkLst>
        </pc:graphicFrameChg>
      </pc:sldChg>
      <pc:sldChg chg="addSp delSp modSp mod">
        <pc:chgData name="Dhivya G" userId="2a2a5bd1ea46266e" providerId="LiveId" clId="{7165BEFC-6165-47FA-8757-D851393C1F71}" dt="2026-08-29T06:45:52.160" v="1836" actId="255"/>
        <pc:sldMkLst>
          <pc:docMk/>
          <pc:sldMk cId="0" sldId="270"/>
        </pc:sldMkLst>
        <pc:spChg chg="del mod">
          <ac:chgData name="Dhivya G" userId="2a2a5bd1ea46266e" providerId="LiveId" clId="{7165BEFC-6165-47FA-8757-D851393C1F71}" dt="2026-08-29T06:41:33.511" v="1667" actId="4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Dhivya G" userId="2a2a5bd1ea46266e" providerId="LiveId" clId="{7165BEFC-6165-47FA-8757-D851393C1F71}" dt="2026-08-29T06:43:45.405" v="1733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6:43:51.959" v="1743" actId="20577"/>
          <ac:spMkLst>
            <pc:docMk/>
            <pc:sldMk cId="0" sldId="270"/>
            <ac:spMk id="4" creationId="{00000000-0000-0000-0000-000000000000}"/>
          </ac:spMkLst>
        </pc:spChg>
        <pc:spChg chg="del">
          <ac:chgData name="Dhivya G" userId="2a2a5bd1ea46266e" providerId="LiveId" clId="{7165BEFC-6165-47FA-8757-D851393C1F71}" dt="2026-08-29T06:41:55.975" v="1671" actId="478"/>
          <ac:spMkLst>
            <pc:docMk/>
            <pc:sldMk cId="0" sldId="270"/>
            <ac:spMk id="5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42:04.813" v="1677"/>
          <ac:spMkLst>
            <pc:docMk/>
            <pc:sldMk cId="0" sldId="270"/>
            <ac:spMk id="6" creationId="{00000000-0000-0000-0000-000000000000}"/>
          </ac:spMkLst>
        </pc:spChg>
        <pc:spChg chg="mod">
          <ac:chgData name="Dhivya G" userId="2a2a5bd1ea46266e" providerId="LiveId" clId="{7165BEFC-6165-47FA-8757-D851393C1F71}" dt="2026-08-29T06:45:05.330" v="1826" actId="20577"/>
          <ac:spMkLst>
            <pc:docMk/>
            <pc:sldMk cId="0" sldId="270"/>
            <ac:spMk id="9" creationId="{00000000-0000-0000-0000-000000000000}"/>
          </ac:spMkLst>
        </pc:spChg>
        <pc:spChg chg="mod">
          <ac:chgData name="Dhivya G" userId="2a2a5bd1ea46266e" providerId="LiveId" clId="{7165BEFC-6165-47FA-8757-D851393C1F71}" dt="2026-08-29T06:42:25.018" v="1681" actId="255"/>
          <ac:spMkLst>
            <pc:docMk/>
            <pc:sldMk cId="0" sldId="270"/>
            <ac:spMk id="12" creationId="{00000000-0000-0000-0000-000000000000}"/>
          </ac:spMkLst>
        </pc:spChg>
        <pc:spChg chg="del">
          <ac:chgData name="Dhivya G" userId="2a2a5bd1ea46266e" providerId="LiveId" clId="{7165BEFC-6165-47FA-8757-D851393C1F71}" dt="2026-08-29T06:42:04.813" v="1675" actId="478"/>
          <ac:spMkLst>
            <pc:docMk/>
            <pc:sldMk cId="0" sldId="270"/>
            <ac:spMk id="14" creationId="{00000000-0000-0000-0000-000000000000}"/>
          </ac:spMkLst>
        </pc:spChg>
        <pc:spChg chg="mod">
          <ac:chgData name="Dhivya G" userId="2a2a5bd1ea46266e" providerId="LiveId" clId="{7165BEFC-6165-47FA-8757-D851393C1F71}" dt="2026-08-29T06:42:02.922" v="1674" actId="6549"/>
          <ac:spMkLst>
            <pc:docMk/>
            <pc:sldMk cId="0" sldId="270"/>
            <ac:spMk id="15" creationId="{00000000-0000-0000-0000-000000000000}"/>
          </ac:spMkLst>
        </pc:spChg>
        <pc:graphicFrameChg chg="add mod">
          <ac:chgData name="Dhivya G" userId="2a2a5bd1ea46266e" providerId="LiveId" clId="{7165BEFC-6165-47FA-8757-D851393C1F71}" dt="2026-08-29T06:45:52.160" v="1836" actId="255"/>
          <ac:graphicFrameMkLst>
            <pc:docMk/>
            <pc:sldMk cId="0" sldId="270"/>
            <ac:graphicFrameMk id="16" creationId="{ABFA2495-3D5F-4518-AA05-E524D3E8E901}"/>
          </ac:graphicFrameMkLst>
        </pc:graphicFrameChg>
      </pc:sldChg>
      <pc:sldChg chg="delSp modSp mod">
        <pc:chgData name="Dhivya G" userId="2a2a5bd1ea46266e" providerId="LiveId" clId="{7165BEFC-6165-47FA-8757-D851393C1F71}" dt="2026-08-29T06:50:09.177" v="1903" actId="255"/>
        <pc:sldMkLst>
          <pc:docMk/>
          <pc:sldMk cId="0" sldId="271"/>
        </pc:sldMkLst>
        <pc:spChg chg="mod">
          <ac:chgData name="Dhivya G" userId="2a2a5bd1ea46266e" providerId="LiveId" clId="{7165BEFC-6165-47FA-8757-D851393C1F71}" dt="2026-08-29T06:46:12.723" v="1837" actId="2711"/>
          <ac:spMkLst>
            <pc:docMk/>
            <pc:sldMk cId="0" sldId="271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6:46:22.670" v="1839" actId="255"/>
          <ac:spMkLst>
            <pc:docMk/>
            <pc:sldMk cId="0" sldId="271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8-29T06:48:23.857" v="1887" actId="255"/>
          <ac:spMkLst>
            <pc:docMk/>
            <pc:sldMk cId="0" sldId="271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8-29T06:49:33.174" v="1893" actId="255"/>
          <ac:spMkLst>
            <pc:docMk/>
            <pc:sldMk cId="0" sldId="271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8-29T06:48:33.181" v="1889" actId="255"/>
          <ac:spMkLst>
            <pc:docMk/>
            <pc:sldMk cId="0" sldId="271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8-29T06:49:45.890" v="1897" actId="255"/>
          <ac:spMkLst>
            <pc:docMk/>
            <pc:sldMk cId="0" sldId="271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8-29T06:48:42.477" v="1891" actId="255"/>
          <ac:spMkLst>
            <pc:docMk/>
            <pc:sldMk cId="0" sldId="271"/>
            <ac:spMk id="19" creationId="{00000000-0000-0000-0000-000000000000}"/>
          </ac:spMkLst>
        </pc:spChg>
        <pc:spChg chg="mod">
          <ac:chgData name="Dhivya G" userId="2a2a5bd1ea46266e" providerId="LiveId" clId="{7165BEFC-6165-47FA-8757-D851393C1F71}" dt="2026-08-29T06:50:09.177" v="1903" actId="255"/>
          <ac:spMkLst>
            <pc:docMk/>
            <pc:sldMk cId="0" sldId="271"/>
            <ac:spMk id="22" creationId="{00000000-0000-0000-0000-000000000000}"/>
          </ac:spMkLst>
        </pc:spChg>
        <pc:spChg chg="del">
          <ac:chgData name="Dhivya G" userId="2a2a5bd1ea46266e" providerId="LiveId" clId="{7165BEFC-6165-47FA-8757-D851393C1F71}" dt="2026-08-29T06:49:54.608" v="1899" actId="478"/>
          <ac:spMkLst>
            <pc:docMk/>
            <pc:sldMk cId="0" sldId="271"/>
            <ac:spMk id="24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49:58.729" v="1901" actId="478"/>
          <ac:spMkLst>
            <pc:docMk/>
            <pc:sldMk cId="0" sldId="271"/>
            <ac:spMk id="25" creationId="{00000000-0000-0000-0000-000000000000}"/>
          </ac:spMkLst>
        </pc:spChg>
      </pc:sldChg>
      <pc:sldChg chg="delSp modSp mod">
        <pc:chgData name="Dhivya G" userId="2a2a5bd1ea46266e" providerId="LiveId" clId="{7165BEFC-6165-47FA-8757-D851393C1F71}" dt="2026-08-29T06:52:07.097" v="1924" actId="255"/>
        <pc:sldMkLst>
          <pc:docMk/>
          <pc:sldMk cId="0" sldId="272"/>
        </pc:sldMkLst>
        <pc:spChg chg="mod">
          <ac:chgData name="Dhivya G" userId="2a2a5bd1ea46266e" providerId="LiveId" clId="{7165BEFC-6165-47FA-8757-D851393C1F71}" dt="2026-08-29T06:50:15.420" v="1904" actId="2711"/>
          <ac:spMkLst>
            <pc:docMk/>
            <pc:sldMk cId="0" sldId="272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6:50:57.002" v="1911" actId="255"/>
          <ac:spMkLst>
            <pc:docMk/>
            <pc:sldMk cId="0" sldId="272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8-29T06:50:48.370" v="1910" actId="255"/>
          <ac:spMkLst>
            <pc:docMk/>
            <pc:sldMk cId="0" sldId="272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8-29T06:51:10.344" v="1914" actId="255"/>
          <ac:spMkLst>
            <pc:docMk/>
            <pc:sldMk cId="0" sldId="272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8-29T06:24:36.407" v="846" actId="122"/>
          <ac:spMkLst>
            <pc:docMk/>
            <pc:sldMk cId="0" sldId="272"/>
            <ac:spMk id="11" creationId="{00000000-0000-0000-0000-000000000000}"/>
          </ac:spMkLst>
        </pc:spChg>
        <pc:spChg chg="mod">
          <ac:chgData name="Dhivya G" userId="2a2a5bd1ea46266e" providerId="LiveId" clId="{7165BEFC-6165-47FA-8757-D851393C1F71}" dt="2026-08-29T06:51:19.109" v="1916" actId="255"/>
          <ac:spMkLst>
            <pc:docMk/>
            <pc:sldMk cId="0" sldId="272"/>
            <ac:spMk id="15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24:16.874" v="842" actId="478"/>
          <ac:spMkLst>
            <pc:docMk/>
            <pc:sldMk cId="0" sldId="272"/>
            <ac:spMk id="17" creationId="{00000000-0000-0000-0000-000000000000}"/>
          </ac:spMkLst>
        </pc:spChg>
        <pc:spChg chg="mod">
          <ac:chgData name="Dhivya G" userId="2a2a5bd1ea46266e" providerId="LiveId" clId="{7165BEFC-6165-47FA-8757-D851393C1F71}" dt="2026-08-29T06:51:34.056" v="1918" actId="255"/>
          <ac:spMkLst>
            <pc:docMk/>
            <pc:sldMk cId="0" sldId="272"/>
            <ac:spMk id="18" creationId="{00000000-0000-0000-0000-000000000000}"/>
          </ac:spMkLst>
        </pc:spChg>
        <pc:spChg chg="mod">
          <ac:chgData name="Dhivya G" userId="2a2a5bd1ea46266e" providerId="LiveId" clId="{7165BEFC-6165-47FA-8757-D851393C1F71}" dt="2026-08-29T06:51:39.825" v="1919" actId="2711"/>
          <ac:spMkLst>
            <pc:docMk/>
            <pc:sldMk cId="0" sldId="272"/>
            <ac:spMk id="20" creationId="{00000000-0000-0000-0000-000000000000}"/>
          </ac:spMkLst>
        </pc:spChg>
        <pc:spChg chg="mod">
          <ac:chgData name="Dhivya G" userId="2a2a5bd1ea46266e" providerId="LiveId" clId="{7165BEFC-6165-47FA-8757-D851393C1F71}" dt="2026-08-29T06:24:40.764" v="847" actId="1076"/>
          <ac:spMkLst>
            <pc:docMk/>
            <pc:sldMk cId="0" sldId="272"/>
            <ac:spMk id="21" creationId="{00000000-0000-0000-0000-000000000000}"/>
          </ac:spMkLst>
        </pc:spChg>
        <pc:spChg chg="mod">
          <ac:chgData name="Dhivya G" userId="2a2a5bd1ea46266e" providerId="LiveId" clId="{7165BEFC-6165-47FA-8757-D851393C1F71}" dt="2026-08-29T06:52:07.097" v="1924" actId="255"/>
          <ac:spMkLst>
            <pc:docMk/>
            <pc:sldMk cId="0" sldId="272"/>
            <ac:spMk id="22" creationId="{00000000-0000-0000-0000-000000000000}"/>
          </ac:spMkLst>
        </pc:spChg>
        <pc:spChg chg="del mod">
          <ac:chgData name="Dhivya G" userId="2a2a5bd1ea46266e" providerId="LiveId" clId="{7165BEFC-6165-47FA-8757-D851393C1F71}" dt="2026-08-29T06:24:49.371" v="849"/>
          <ac:spMkLst>
            <pc:docMk/>
            <pc:sldMk cId="0" sldId="272"/>
            <ac:spMk id="23" creationId="{00000000-0000-0000-0000-000000000000}"/>
          </ac:spMkLst>
        </pc:spChg>
      </pc:sldChg>
      <pc:sldChg chg="modSp add del mod">
        <pc:chgData name="Dhivya G" userId="2a2a5bd1ea46266e" providerId="LiveId" clId="{7165BEFC-6165-47FA-8757-D851393C1F71}" dt="2026-08-29T06:53:33.301" v="1939" actId="255"/>
        <pc:sldMkLst>
          <pc:docMk/>
          <pc:sldMk cId="0" sldId="273"/>
        </pc:sldMkLst>
        <pc:spChg chg="mod">
          <ac:chgData name="Dhivya G" userId="2a2a5bd1ea46266e" providerId="LiveId" clId="{7165BEFC-6165-47FA-8757-D851393C1F71}" dt="2026-08-29T06:52:21.510" v="1925" actId="2711"/>
          <ac:spMkLst>
            <pc:docMk/>
            <pc:sldMk cId="0" sldId="273"/>
            <ac:spMk id="3" creationId="{00000000-0000-0000-0000-000000000000}"/>
          </ac:spMkLst>
        </pc:spChg>
        <pc:spChg chg="mod">
          <ac:chgData name="Dhivya G" userId="2a2a5bd1ea46266e" providerId="LiveId" clId="{7165BEFC-6165-47FA-8757-D851393C1F71}" dt="2026-08-29T06:52:30.170" v="1927" actId="255"/>
          <ac:spMkLst>
            <pc:docMk/>
            <pc:sldMk cId="0" sldId="273"/>
            <ac:spMk id="4" creationId="{00000000-0000-0000-0000-000000000000}"/>
          </ac:spMkLst>
        </pc:spChg>
        <pc:spChg chg="mod">
          <ac:chgData name="Dhivya G" userId="2a2a5bd1ea46266e" providerId="LiveId" clId="{7165BEFC-6165-47FA-8757-D851393C1F71}" dt="2026-08-29T06:52:44.074" v="1929" actId="255"/>
          <ac:spMkLst>
            <pc:docMk/>
            <pc:sldMk cId="0" sldId="273"/>
            <ac:spMk id="7" creationId="{00000000-0000-0000-0000-000000000000}"/>
          </ac:spMkLst>
        </pc:spChg>
        <pc:spChg chg="mod">
          <ac:chgData name="Dhivya G" userId="2a2a5bd1ea46266e" providerId="LiveId" clId="{7165BEFC-6165-47FA-8757-D851393C1F71}" dt="2026-08-29T06:53:12.759" v="1935" actId="2711"/>
          <ac:spMkLst>
            <pc:docMk/>
            <pc:sldMk cId="0" sldId="273"/>
            <ac:spMk id="10" creationId="{00000000-0000-0000-0000-000000000000}"/>
          </ac:spMkLst>
        </pc:spChg>
        <pc:spChg chg="mod">
          <ac:chgData name="Dhivya G" userId="2a2a5bd1ea46266e" providerId="LiveId" clId="{7165BEFC-6165-47FA-8757-D851393C1F71}" dt="2026-08-29T06:52:55.253" v="1931" actId="255"/>
          <ac:spMkLst>
            <pc:docMk/>
            <pc:sldMk cId="0" sldId="273"/>
            <ac:spMk id="13" creationId="{00000000-0000-0000-0000-000000000000}"/>
          </ac:spMkLst>
        </pc:spChg>
        <pc:spChg chg="mod">
          <ac:chgData name="Dhivya G" userId="2a2a5bd1ea46266e" providerId="LiveId" clId="{7165BEFC-6165-47FA-8757-D851393C1F71}" dt="2026-08-29T06:53:21.949" v="1937" actId="2711"/>
          <ac:spMkLst>
            <pc:docMk/>
            <pc:sldMk cId="0" sldId="273"/>
            <ac:spMk id="16" creationId="{00000000-0000-0000-0000-000000000000}"/>
          </ac:spMkLst>
        </pc:spChg>
        <pc:spChg chg="mod">
          <ac:chgData name="Dhivya G" userId="2a2a5bd1ea46266e" providerId="LiveId" clId="{7165BEFC-6165-47FA-8757-D851393C1F71}" dt="2026-08-29T06:53:05.025" v="1933" actId="255"/>
          <ac:spMkLst>
            <pc:docMk/>
            <pc:sldMk cId="0" sldId="273"/>
            <ac:spMk id="19" creationId="{00000000-0000-0000-0000-000000000000}"/>
          </ac:spMkLst>
        </pc:spChg>
        <pc:spChg chg="mod">
          <ac:chgData name="Dhivya G" userId="2a2a5bd1ea46266e" providerId="LiveId" clId="{7165BEFC-6165-47FA-8757-D851393C1F71}" dt="2026-08-29T06:53:33.301" v="1939" actId="255"/>
          <ac:spMkLst>
            <pc:docMk/>
            <pc:sldMk cId="0" sldId="273"/>
            <ac:spMk id="22" creationId="{00000000-0000-0000-0000-000000000000}"/>
          </ac:spMkLst>
        </pc:spChg>
      </pc:sldChg>
      <pc:sldChg chg="modSp mod">
        <pc:chgData name="Dhivya G" userId="2a2a5bd1ea46266e" providerId="LiveId" clId="{7165BEFC-6165-47FA-8757-D851393C1F71}" dt="2026-08-29T06:53:46.216" v="1960" actId="20577"/>
        <pc:sldMkLst>
          <pc:docMk/>
          <pc:sldMk cId="0" sldId="274"/>
        </pc:sldMkLst>
        <pc:spChg chg="mod">
          <ac:chgData name="Dhivya G" userId="2a2a5bd1ea46266e" providerId="LiveId" clId="{7165BEFC-6165-47FA-8757-D851393C1F71}" dt="2026-08-29T06:47:56.685" v="1884" actId="1076"/>
          <ac:spMkLst>
            <pc:docMk/>
            <pc:sldMk cId="0" sldId="274"/>
            <ac:spMk id="2" creationId="{00000000-0000-0000-0000-000000000000}"/>
          </ac:spMkLst>
        </pc:spChg>
        <pc:spChg chg="mod">
          <ac:chgData name="Dhivya G" userId="2a2a5bd1ea46266e" providerId="LiveId" clId="{7165BEFC-6165-47FA-8757-D851393C1F71}" dt="2026-08-29T06:53:46.216" v="1960" actId="20577"/>
          <ac:spMkLst>
            <pc:docMk/>
            <pc:sldMk cId="0" sldId="274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a2a5bd1ea46266e/Documents/Mini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a2a5bd1ea46266e/Documents/Mini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a2a5bd1ea46266e/Documents/Mini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a2a5bd1ea46266e/Documents/Mini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a2a5bd1ea46266e/Documents/Mini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a2a5bd1ea46266e/Documents/Mini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a2a5bd1ea46266e/Documents/Mini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a2a5bd1ea46266e/Documents/Mini%20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 Project.xlsx]Problem __Statement!PivotTable5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lang="en-US" sz="2000" b="1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-WISE STUDY HOURS  </a:t>
            </a:r>
            <a:endParaRPr 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00B0F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5050"/>
          </a:solidFill>
          <a:ln>
            <a:noFill/>
          </a:ln>
          <a:effectLst/>
          <a:sp3d/>
        </c:spPr>
      </c:pivotFmt>
      <c:pivotFmt>
        <c:idx val="2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3"/>
        <c:spPr>
          <a:solidFill>
            <a:srgbClr val="00B0F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FF5050"/>
          </a:solidFill>
          <a:ln>
            <a:noFill/>
          </a:ln>
          <a:effectLst/>
          <a:sp3d/>
        </c:spPr>
      </c:pivotFmt>
      <c:pivotFmt>
        <c:idx val="5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6"/>
        <c:spPr>
          <a:solidFill>
            <a:srgbClr val="00B0F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FF5050"/>
          </a:solidFill>
          <a:ln>
            <a:noFill/>
          </a:ln>
          <a:effectLst/>
          <a:sp3d/>
        </c:spPr>
      </c:pivotFmt>
      <c:pivotFmt>
        <c:idx val="8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9"/>
        <c:spPr>
          <a:solidFill>
            <a:srgbClr val="00B0F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FF5050"/>
          </a:solidFill>
          <a:ln>
            <a:noFill/>
          </a:ln>
          <a:effectLst/>
          <a:sp3d/>
        </c:spPr>
      </c:pivotFmt>
      <c:pivotFmt>
        <c:idx val="11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p3d/>
        </c:spPr>
      </c:pivotFmt>
      <c:pivotFmt>
        <c:idx val="12"/>
        <c:spPr>
          <a:solidFill>
            <a:srgbClr val="00B0F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FF5050"/>
          </a:solidFill>
          <a:ln>
            <a:noFill/>
          </a:ln>
          <a:effectLst/>
          <a:sp3d/>
        </c:spPr>
      </c:pivotFmt>
      <c:pivotFmt>
        <c:idx val="14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  <a:sp3d/>
        </c:spPr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'Problem __Statement'!$B$3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  <a:sp3d/>
          </c:spPr>
          <c:invertIfNegative val="0"/>
          <c:dPt>
            <c:idx val="1"/>
            <c:invertIfNegative val="0"/>
            <c:bubble3D val="0"/>
            <c:spPr>
              <a:solidFill>
                <a:srgbClr val="FF5050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72A4-474B-9E0A-5A1A2C5D01A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72A4-474B-9E0A-5A1A2C5D01A0}"/>
              </c:ext>
            </c:extLst>
          </c:dPt>
          <c:cat>
            <c:strRef>
              <c:f>'Problem __Statement'!$A$4:$A$7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'Problem __Statement'!$B$4:$B$7</c:f>
              <c:numCache>
                <c:formatCode>General</c:formatCode>
                <c:ptCount val="3"/>
                <c:pt idx="0">
                  <c:v>12599.599999999991</c:v>
                </c:pt>
                <c:pt idx="1">
                  <c:v>12760.799999999974</c:v>
                </c:pt>
                <c:pt idx="2">
                  <c:v>935.09999999999991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A4-474B-9E0A-5A1A2C5D01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143606240"/>
        <c:axId val="823804816"/>
        <c:axId val="0"/>
      </c:bar3DChart>
      <c:catAx>
        <c:axId val="1143606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823804816"/>
        <c:crosses val="autoZero"/>
        <c:auto val="1"/>
        <c:lblAlgn val="ctr"/>
        <c:lblOffset val="100"/>
        <c:noMultiLvlLbl val="0"/>
      </c:catAx>
      <c:valAx>
        <c:axId val="8238048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143606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pivotSource>
    <c:name>[Mini Project.xlsx]Problem __Statement!PivotTable6</c:name>
    <c:fmtId val="20"/>
  </c:pivotSource>
  <c:chart>
    <c:autoTitleDeleted val="1"/>
    <c:pivotFmts>
      <c:pivotFmt>
        <c:idx val="0"/>
        <c:dLbl>
          <c:idx val="0"/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4"/>
          </a:solidFill>
          <a:ln>
            <a:noFill/>
          </a:ln>
          <a:effectLst/>
          <a:sp3d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4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70C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70C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0070C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0070C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0070C0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34260639244264823"/>
          <c:y val="0.23067593638302564"/>
          <c:w val="0.56650627298087652"/>
          <c:h val="0.64606243695253329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'Problem __Statement'!$B$10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  <a:sp3d/>
          </c:spPr>
          <c:invertIfNegative val="0"/>
          <c:cat>
            <c:strRef>
              <c:f>'Problem __Statement'!$A$11:$A$14</c:f>
              <c:strCache>
                <c:ptCount val="3"/>
                <c:pt idx="0">
                  <c:v>Gemini</c:v>
                </c:pt>
                <c:pt idx="1">
                  <c:v>ChatGPT</c:v>
                </c:pt>
                <c:pt idx="2">
                  <c:v>ChatGPT+Gemini</c:v>
                </c:pt>
              </c:strCache>
            </c:strRef>
          </c:cat>
          <c:val>
            <c:numRef>
              <c:f>'Problem __Statement'!$B$11:$B$14</c:f>
              <c:numCache>
                <c:formatCode>General</c:formatCode>
                <c:ptCount val="3"/>
                <c:pt idx="0">
                  <c:v>89.140350877192986</c:v>
                </c:pt>
                <c:pt idx="1">
                  <c:v>89.286036036036037</c:v>
                </c:pt>
                <c:pt idx="2">
                  <c:v>91.155825589706936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97-431A-8A2B-2A106617C5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732353391"/>
        <c:axId val="1493535759"/>
        <c:axId val="0"/>
      </c:bar3DChart>
      <c:catAx>
        <c:axId val="17323533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493535759"/>
        <c:crosses val="autoZero"/>
        <c:auto val="1"/>
        <c:lblAlgn val="ctr"/>
        <c:lblOffset val="100"/>
        <c:noMultiLvlLbl val="0"/>
      </c:catAx>
      <c:valAx>
        <c:axId val="14935357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7323533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 Project.xlsx]Problem __Statement!PivotTable7</c:name>
    <c:fmtId val="22"/>
  </c:pivotSource>
  <c:chart>
    <c:autoTitleDeleted val="1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</c:pivotFmt>
      <c:pivotFmt>
        <c:idx val="7"/>
        <c:spPr>
          <a:solidFill>
            <a:schemeClr val="accent6"/>
          </a:solidFill>
          <a:ln>
            <a:noFill/>
          </a:ln>
          <a:effectLst/>
        </c:spPr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</c:pivotFmt>
      <c:pivotFmt>
        <c:idx val="9"/>
        <c:spPr>
          <a:solidFill>
            <a:schemeClr val="accent6"/>
          </a:solidFill>
          <a:ln>
            <a:noFill/>
          </a:ln>
          <a:effectLst/>
        </c:spPr>
      </c:pivotFmt>
      <c:pivotFmt>
        <c:idx val="10"/>
        <c:spPr>
          <a:solidFill>
            <a:schemeClr val="accent6"/>
          </a:solidFill>
          <a:ln>
            <a:noFill/>
          </a:ln>
          <a:effectLst/>
        </c:spPr>
      </c:pivotFmt>
      <c:pivotFmt>
        <c:idx val="11"/>
        <c:spPr>
          <a:solidFill>
            <a:schemeClr val="accent6"/>
          </a:solidFill>
          <a:ln>
            <a:noFill/>
          </a:ln>
          <a:effectLst/>
        </c:spPr>
      </c:pivotFmt>
      <c:pivotFmt>
        <c:idx val="1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/>
          </a:solidFill>
          <a:ln>
            <a:noFill/>
          </a:ln>
          <a:effectLst/>
        </c:spPr>
      </c:pivotFmt>
      <c:pivotFmt>
        <c:idx val="14"/>
        <c:spPr>
          <a:solidFill>
            <a:schemeClr val="accent6"/>
          </a:solidFill>
          <a:ln>
            <a:noFill/>
          </a:ln>
          <a:effectLst/>
        </c:spPr>
      </c:pivotFmt>
      <c:pivotFmt>
        <c:idx val="15"/>
        <c:spPr>
          <a:solidFill>
            <a:schemeClr val="accent6"/>
          </a:solidFill>
          <a:ln>
            <a:noFill/>
          </a:ln>
          <a:effectLst/>
        </c:spPr>
      </c:pivotFmt>
      <c:pivotFmt>
        <c:idx val="16"/>
        <c:spPr>
          <a:solidFill>
            <a:schemeClr val="accent6"/>
          </a:solidFill>
          <a:ln>
            <a:noFill/>
          </a:ln>
          <a:effectLst/>
        </c:spPr>
      </c:pivotFmt>
      <c:pivotFmt>
        <c:idx val="17"/>
        <c:spPr>
          <a:solidFill>
            <a:schemeClr val="accent6"/>
          </a:solidFill>
          <a:ln>
            <a:noFill/>
          </a:ln>
          <a:effectLst/>
        </c:spPr>
      </c:pivotFmt>
      <c:pivotFmt>
        <c:idx val="18"/>
        <c:spPr>
          <a:solidFill>
            <a:schemeClr val="accent6"/>
          </a:solidFill>
          <a:ln>
            <a:noFill/>
          </a:ln>
          <a:effectLst/>
        </c:spPr>
      </c:pivotFmt>
      <c:pivotFmt>
        <c:idx val="19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6"/>
          </a:solidFill>
          <a:ln>
            <a:noFill/>
          </a:ln>
          <a:effectLst/>
        </c:spPr>
      </c:pivotFmt>
      <c:pivotFmt>
        <c:idx val="21"/>
        <c:spPr>
          <a:solidFill>
            <a:schemeClr val="accent6"/>
          </a:solidFill>
          <a:ln>
            <a:noFill/>
          </a:ln>
          <a:effectLst/>
        </c:spPr>
      </c:pivotFmt>
      <c:pivotFmt>
        <c:idx val="22"/>
        <c:spPr>
          <a:solidFill>
            <a:schemeClr val="accent6"/>
          </a:solidFill>
          <a:ln>
            <a:noFill/>
          </a:ln>
          <a:effectLst/>
        </c:spPr>
      </c:pivotFmt>
      <c:pivotFmt>
        <c:idx val="23"/>
        <c:spPr>
          <a:solidFill>
            <a:schemeClr val="accent6"/>
          </a:solidFill>
          <a:ln>
            <a:noFill/>
          </a:ln>
          <a:effectLst/>
        </c:spPr>
      </c:pivotFmt>
      <c:pivotFmt>
        <c:idx val="24"/>
        <c:spPr>
          <a:solidFill>
            <a:schemeClr val="accent6"/>
          </a:solidFill>
          <a:ln>
            <a:noFill/>
          </a:ln>
          <a:effectLst/>
        </c:spPr>
      </c:pivotFmt>
      <c:pivotFmt>
        <c:idx val="25"/>
        <c:spPr>
          <a:solidFill>
            <a:schemeClr val="accent6"/>
          </a:solidFill>
          <a:ln>
            <a:noFill/>
          </a:ln>
          <a:effectLst/>
        </c:spPr>
      </c:pivotFmt>
      <c:pivotFmt>
        <c:idx val="2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6"/>
          </a:solidFill>
          <a:ln>
            <a:noFill/>
          </a:ln>
          <a:effectLst/>
        </c:spPr>
      </c:pivotFmt>
      <c:pivotFmt>
        <c:idx val="28"/>
        <c:spPr>
          <a:solidFill>
            <a:schemeClr val="accent6"/>
          </a:solidFill>
          <a:ln>
            <a:noFill/>
          </a:ln>
          <a:effectLst/>
        </c:spPr>
      </c:pivotFmt>
      <c:pivotFmt>
        <c:idx val="29"/>
        <c:spPr>
          <a:solidFill>
            <a:schemeClr val="accent6"/>
          </a:solidFill>
          <a:ln>
            <a:noFill/>
          </a:ln>
          <a:effectLst/>
        </c:spPr>
      </c:pivotFmt>
      <c:pivotFmt>
        <c:idx val="30"/>
        <c:spPr>
          <a:solidFill>
            <a:schemeClr val="accent6"/>
          </a:solidFill>
          <a:ln>
            <a:noFill/>
          </a:ln>
          <a:effectLst/>
        </c:spPr>
      </c:pivotFmt>
      <c:pivotFmt>
        <c:idx val="31"/>
        <c:spPr>
          <a:solidFill>
            <a:schemeClr val="accent6"/>
          </a:solidFill>
          <a:ln>
            <a:noFill/>
          </a:ln>
          <a:effectLst/>
        </c:spPr>
      </c:pivotFmt>
      <c:pivotFmt>
        <c:idx val="32"/>
        <c:spPr>
          <a:solidFill>
            <a:schemeClr val="accent6"/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39999785950917388"/>
          <c:y val="0.21156029524117456"/>
          <c:w val="0.72558989899144999"/>
          <c:h val="0.71147551251966368"/>
        </c:manualLayout>
      </c:layout>
      <c:doughnutChart>
        <c:varyColors val="1"/>
        <c:ser>
          <c:idx val="0"/>
          <c:order val="0"/>
          <c:tx>
            <c:strRef>
              <c:f>'Problem __Statement'!$B$20</c:f>
              <c:strCache>
                <c:ptCount val="1"/>
                <c:pt idx="0">
                  <c:v>Total</c:v>
                </c:pt>
              </c:strCache>
            </c:strRef>
          </c:tx>
          <c:explosion val="6"/>
          <c:dPt>
            <c:idx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A04-4A29-827A-C736FE0460C3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A04-4A29-827A-C736FE0460C3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A04-4A29-827A-C736FE0460C3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A04-4A29-827A-C736FE0460C3}"/>
              </c:ext>
            </c:extLst>
          </c:dPt>
          <c:dPt>
            <c:idx val="4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A04-4A29-827A-C736FE0460C3}"/>
              </c:ext>
            </c:extLst>
          </c:dPt>
          <c:dPt>
            <c:idx val="5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A04-4A29-827A-C736FE0460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'Problem __Statement'!$A$21:$A$27</c:f>
              <c:strCache>
                <c:ptCount val="6"/>
                <c:pt idx="0">
                  <c:v>Coding</c:v>
                </c:pt>
                <c:pt idx="1">
                  <c:v>Doubt Solving</c:v>
                </c:pt>
                <c:pt idx="2">
                  <c:v>Exam Prep</c:v>
                </c:pt>
                <c:pt idx="3">
                  <c:v>Homework</c:v>
                </c:pt>
                <c:pt idx="4">
                  <c:v>None</c:v>
                </c:pt>
                <c:pt idx="5">
                  <c:v>Notes</c:v>
                </c:pt>
              </c:strCache>
            </c:strRef>
          </c:cat>
          <c:val>
            <c:numRef>
              <c:f>'Problem __Statement'!$B$21:$B$27</c:f>
              <c:numCache>
                <c:formatCode>0.00%</c:formatCode>
                <c:ptCount val="6"/>
                <c:pt idx="0">
                  <c:v>0.16437499999999999</c:v>
                </c:pt>
                <c:pt idx="1">
                  <c:v>0.16775000000000001</c:v>
                </c:pt>
                <c:pt idx="2">
                  <c:v>0.17100000000000001</c:v>
                </c:pt>
                <c:pt idx="3">
                  <c:v>0.16650000000000001</c:v>
                </c:pt>
                <c:pt idx="4">
                  <c:v>0.16825000000000001</c:v>
                </c:pt>
                <c:pt idx="5">
                  <c:v>0.16212499999999999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A04-4A29-827A-C736FE0460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 sz="900" b="1">
          <a:solidFill>
            <a:schemeClr val="bg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 Project.xlsx]Problem __Statement!PivotTable8</c:name>
    <c:fmtId val="8"/>
  </c:pivotSource>
  <c:chart>
    <c:autoTitleDeleted val="1"/>
    <c:pivotFmts>
      <c:pivotFmt>
        <c:idx val="0"/>
        <c:spPr>
          <a:solidFill>
            <a:srgbClr val="33CC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33CC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33CC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33CC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33CC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'Problem __Statement'!$E$3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33CCFF"/>
            </a:solidFill>
            <a:ln>
              <a:noFill/>
            </a:ln>
            <a:effectLst/>
          </c:spPr>
          <c:invertIfNegative val="0"/>
          <c:cat>
            <c:strRef>
              <c:f>'Problem __Statement'!$D$4:$D$6</c:f>
              <c:strCache>
                <c:ptCount val="2"/>
                <c:pt idx="0">
                  <c:v>AI User (Yes)</c:v>
                </c:pt>
                <c:pt idx="1">
                  <c:v>Manual Learner (No)</c:v>
                </c:pt>
              </c:strCache>
            </c:strRef>
          </c:cat>
          <c:val>
            <c:numRef>
              <c:f>'Problem __Statement'!$E$4:$E$6</c:f>
              <c:numCache>
                <c:formatCode>General</c:formatCode>
                <c:ptCount val="2"/>
                <c:pt idx="0">
                  <c:v>56.819207592648347</c:v>
                </c:pt>
                <c:pt idx="1">
                  <c:v>56.776798825257011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62-4E71-8E7B-1F8BA9EF0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103119"/>
        <c:axId val="1159312848"/>
      </c:barChart>
      <c:catAx>
        <c:axId val="75103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159312848"/>
        <c:crosses val="autoZero"/>
        <c:auto val="1"/>
        <c:lblAlgn val="ctr"/>
        <c:lblOffset val="100"/>
        <c:noMultiLvlLbl val="0"/>
      </c:catAx>
      <c:valAx>
        <c:axId val="11593128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5103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 Project.xlsx]Problem __Statement!PivotTable1</c:name>
    <c:fmtId val="14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30A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CC00F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'Problem __Statement'!$E$20:$E$21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'Problem __Statement'!$D$22:$D$27</c:f>
              <c:strCache>
                <c:ptCount val="5"/>
                <c:pt idx="0">
                  <c:v>0-20</c:v>
                </c:pt>
                <c:pt idx="1">
                  <c:v>20-40</c:v>
                </c:pt>
                <c:pt idx="2">
                  <c:v>40-60</c:v>
                </c:pt>
                <c:pt idx="3">
                  <c:v>60-80</c:v>
                </c:pt>
                <c:pt idx="4">
                  <c:v>80-100</c:v>
                </c:pt>
              </c:strCache>
            </c:strRef>
          </c:cat>
          <c:val>
            <c:numRef>
              <c:f>'Problem __Statement'!$E$22:$E$27</c:f>
              <c:numCache>
                <c:formatCode>General</c:formatCode>
                <c:ptCount val="5"/>
                <c:pt idx="3">
                  <c:v>5.774193548387097</c:v>
                </c:pt>
                <c:pt idx="4">
                  <c:v>5.5857142857142854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6C-4A3D-ACA0-3F4A5A1E3374}"/>
            </c:ext>
          </c:extLst>
        </c:ser>
        <c:ser>
          <c:idx val="1"/>
          <c:order val="1"/>
          <c:tx>
            <c:strRef>
              <c:f>'Problem __Statement'!$F$20:$F$21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'Problem __Statement'!$D$22:$D$27</c:f>
              <c:strCache>
                <c:ptCount val="5"/>
                <c:pt idx="0">
                  <c:v>0-20</c:v>
                </c:pt>
                <c:pt idx="1">
                  <c:v>20-40</c:v>
                </c:pt>
                <c:pt idx="2">
                  <c:v>40-60</c:v>
                </c:pt>
                <c:pt idx="3">
                  <c:v>60-80</c:v>
                </c:pt>
                <c:pt idx="4">
                  <c:v>80-100</c:v>
                </c:pt>
              </c:strCache>
            </c:strRef>
          </c:cat>
          <c:val>
            <c:numRef>
              <c:f>'Problem __Statement'!$F$22:$F$27</c:f>
              <c:numCache>
                <c:formatCode>General</c:formatCode>
                <c:ptCount val="5"/>
                <c:pt idx="0">
                  <c:v>6</c:v>
                </c:pt>
                <c:pt idx="1">
                  <c:v>5.4223463687150835</c:v>
                </c:pt>
                <c:pt idx="2">
                  <c:v>5.5739500912964086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6C-4A3D-ACA0-3F4A5A1E3374}"/>
            </c:ext>
          </c:extLst>
        </c:ser>
        <c:ser>
          <c:idx val="2"/>
          <c:order val="2"/>
          <c:tx>
            <c:strRef>
              <c:f>'Problem __Statement'!$G$20:$G$21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'Problem __Statement'!$D$22:$D$27</c:f>
              <c:strCache>
                <c:ptCount val="5"/>
                <c:pt idx="0">
                  <c:v>0-20</c:v>
                </c:pt>
                <c:pt idx="1">
                  <c:v>20-40</c:v>
                </c:pt>
                <c:pt idx="2">
                  <c:v>40-60</c:v>
                </c:pt>
                <c:pt idx="3">
                  <c:v>60-80</c:v>
                </c:pt>
                <c:pt idx="4">
                  <c:v>80-100</c:v>
                </c:pt>
              </c:strCache>
            </c:strRef>
          </c:cat>
          <c:val>
            <c:numRef>
              <c:f>'Problem __Statement'!$G$22:$G$27</c:f>
              <c:numCache>
                <c:formatCode>General</c:formatCode>
                <c:ptCount val="5"/>
                <c:pt idx="2">
                  <c:v>5.4008283479061205</c:v>
                </c:pt>
                <c:pt idx="3">
                  <c:v>5.5560821484992102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6C-4A3D-ACA0-3F4A5A1E33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360450351"/>
        <c:axId val="931213135"/>
      </c:barChart>
      <c:catAx>
        <c:axId val="36045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931213135"/>
        <c:crosses val="autoZero"/>
        <c:auto val="1"/>
        <c:lblAlgn val="ctr"/>
        <c:lblOffset val="100"/>
        <c:noMultiLvlLbl val="0"/>
      </c:catAx>
      <c:valAx>
        <c:axId val="9312131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60450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2676272456178967"/>
          <c:y val="0.91145454137580117"/>
          <c:w val="0.34647439770823635"/>
          <c:h val="8.85454586241987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[Mini Project.xlsx]Problem __Statement!PivotTable2</c:name>
    <c:fmtId val="28"/>
  </c:pivotSource>
  <c:chart>
    <c:autoTitleDeleted val="1"/>
    <c:pivotFmts>
      <c:pivotFmt>
        <c:idx val="0"/>
        <c:spPr>
          <a:solidFill>
            <a:schemeClr val="accent3"/>
          </a:solidFill>
          <a:ln>
            <a:noFill/>
          </a:ln>
          <a:effectLst/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  <a:sp3d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2137564453883316"/>
          <c:y val="0.18944401502529912"/>
          <c:w val="0.81789437821188515"/>
          <c:h val="0.729006985651257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'Problem __Statement'!$K$3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'Problem __Statement'!$J$4:$J$10</c:f>
              <c:strCache>
                <c:ptCount val="6"/>
                <c:pt idx="0">
                  <c:v>10th</c:v>
                </c:pt>
                <c:pt idx="1">
                  <c:v>11th</c:v>
                </c:pt>
                <c:pt idx="2">
                  <c:v>12th</c:v>
                </c:pt>
                <c:pt idx="3">
                  <c:v>1st Year</c:v>
                </c:pt>
                <c:pt idx="4">
                  <c:v>2nd Year</c:v>
                </c:pt>
                <c:pt idx="5">
                  <c:v>3rd Year</c:v>
                </c:pt>
              </c:strCache>
            </c:strRef>
          </c:cat>
          <c:val>
            <c:numRef>
              <c:f>'Problem __Statement'!$K$4:$K$10</c:f>
              <c:numCache>
                <c:formatCode>0.00%</c:formatCode>
                <c:ptCount val="6"/>
                <c:pt idx="0">
                  <c:v>0.16800000000000001</c:v>
                </c:pt>
                <c:pt idx="1">
                  <c:v>0.16700000000000001</c:v>
                </c:pt>
                <c:pt idx="2">
                  <c:v>0.16512499999999999</c:v>
                </c:pt>
                <c:pt idx="3">
                  <c:v>0.16950000000000001</c:v>
                </c:pt>
                <c:pt idx="4">
                  <c:v>0.16362499999999999</c:v>
                </c:pt>
                <c:pt idx="5">
                  <c:v>0.16675000000000001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5B-4A4B-BC8E-ADFACF2395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2644543"/>
        <c:axId val="2039431856"/>
      </c:barChart>
      <c:catAx>
        <c:axId val="252644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039431856"/>
        <c:crosses val="autoZero"/>
        <c:auto val="1"/>
        <c:lblAlgn val="ctr"/>
        <c:lblOffset val="100"/>
        <c:noMultiLvlLbl val="0"/>
      </c:catAx>
      <c:valAx>
        <c:axId val="2039431856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52644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 Project.xlsx]Problem __Statement!PivotTable4</c:name>
    <c:fmtId val="15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</c:pivotFmt>
      <c:pivotFmt>
        <c:idx val="6"/>
      </c:pivotFmt>
      <c:pivotFmt>
        <c:idx val="7"/>
      </c:pivotFmt>
      <c:pivotFmt>
        <c:idx val="8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</c:pivotFmt>
      <c:pivotFmt>
        <c:idx val="10"/>
      </c:pivotFmt>
      <c:pivotFmt>
        <c:idx val="11"/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'Problem __Statement'!$K$13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EFF-4E8C-9590-B900EE35FA2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EFF-4E8C-9590-B900EE35FA2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3EFF-4E8C-9590-B900EE35FA2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'Problem __Statement'!$J$14:$J$18</c:f>
              <c:strCache>
                <c:ptCount val="4"/>
                <c:pt idx="0">
                  <c:v>1-50</c:v>
                </c:pt>
                <c:pt idx="1">
                  <c:v>51-100</c:v>
                </c:pt>
                <c:pt idx="2">
                  <c:v>101-150</c:v>
                </c:pt>
                <c:pt idx="3">
                  <c:v>151-179</c:v>
                </c:pt>
              </c:strCache>
            </c:strRef>
          </c:cat>
          <c:val>
            <c:numRef>
              <c:f>'Problem __Statement'!$K$14:$K$18</c:f>
              <c:numCache>
                <c:formatCode>0.00</c:formatCode>
                <c:ptCount val="4"/>
                <c:pt idx="0">
                  <c:v>10.566003460207625</c:v>
                </c:pt>
                <c:pt idx="1">
                  <c:v>10.109803023362348</c:v>
                </c:pt>
                <c:pt idx="2">
                  <c:v>9.8682101513802376</c:v>
                </c:pt>
                <c:pt idx="3">
                  <c:v>9.8143764892772012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EFF-4E8C-9590-B900EE35FA2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74083023"/>
        <c:axId val="379218543"/>
      </c:barChart>
      <c:catAx>
        <c:axId val="274083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379218543"/>
        <c:crosses val="autoZero"/>
        <c:auto val="1"/>
        <c:lblAlgn val="ctr"/>
        <c:lblOffset val="100"/>
        <c:noMultiLvlLbl val="0"/>
      </c:catAx>
      <c:valAx>
        <c:axId val="379218543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2740830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 Project.xlsx]Problem __Statement!PivotTable3</c:name>
    <c:fmtId val="25"/>
  </c:pivotSource>
  <c:chart>
    <c:autoTitleDeleted val="1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CC00FF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CC00FF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CC00FF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5750919079171746"/>
          <c:y val="0.20521762435628163"/>
          <c:w val="0.78067261440990232"/>
          <c:h val="0.6478826541067425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'Problem __Statement'!$E$11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C00FF"/>
            </a:solidFill>
            <a:ln>
              <a:noFill/>
            </a:ln>
            <a:effectLst/>
            <a:sp3d/>
          </c:spPr>
          <c:invertIfNegative val="0"/>
          <c:cat>
            <c:strRef>
              <c:f>'Problem __Statement'!$D$12:$D$15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'Problem __Statement'!$E$12:$E$15</c:f>
              <c:numCache>
                <c:formatCode>General</c:formatCode>
                <c:ptCount val="3"/>
                <c:pt idx="0">
                  <c:v>7.810092961487384</c:v>
                </c:pt>
                <c:pt idx="1">
                  <c:v>5.8444208289054194</c:v>
                </c:pt>
                <c:pt idx="2">
                  <c:v>4.1302124311565693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86-4BBC-8522-6EC42C3FB1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55684320"/>
        <c:axId val="1197974160"/>
        <c:axId val="0"/>
      </c:bar3DChart>
      <c:catAx>
        <c:axId val="1055684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197974160"/>
        <c:crosses val="autoZero"/>
        <c:auto val="1"/>
        <c:lblAlgn val="ctr"/>
        <c:lblOffset val="100"/>
        <c:noMultiLvlLbl val="0"/>
      </c:catAx>
      <c:valAx>
        <c:axId val="11979741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055684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95000"/>
          <a:lumOff val="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4B11D-C181-4540-8864-6B7617B7CC67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15AC0-2B75-4D84-9831-55A016036F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229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15AC0-2B75-4D84-9831-55A016036F2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263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640080"/>
            <a:ext cx="2560320" cy="2560320"/>
          </a:xfrm>
          <a:prstGeom prst="ellipse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2286000"/>
            <a:ext cx="1371600" cy="1371600"/>
          </a:xfrm>
          <a:prstGeom prst="ellipse">
            <a:avLst/>
          </a:prstGeom>
          <a:solidFill>
            <a:srgbClr val="64A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955279" y="4389120"/>
            <a:ext cx="1097280" cy="1097280"/>
          </a:xfrm>
          <a:prstGeom prst="ellipse">
            <a:avLst/>
          </a:prstGeom>
          <a:solidFill>
            <a:srgbClr val="509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96441" cy="15901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BED7EB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IMPACT ON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</a:t>
            </a:r>
          </a:p>
          <a:p>
            <a:pPr>
              <a:spcBef>
                <a:spcPts val="1600"/>
              </a:spcBef>
              <a:defRPr sz="1600">
                <a:solidFill>
                  <a:srgbClr val="D2DCE6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800600"/>
            <a:ext cx="2350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Dhivya G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200">
                <a:solidFill>
                  <a:srgbClr val="BEC8D7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21354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35401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dirty="0"/>
              <a:t> AI usage in modern student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7723682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12344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" y="1609110"/>
            <a:ext cx="6605341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 Education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tools are increasingly used for learning, assignments, research, coding and information gathering.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7723682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971800"/>
            <a:ext cx="73152" cy="12344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36392"/>
            <a:ext cx="6509329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effectively, AI can support faster learning, personalized explanations and productivity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389120"/>
            <a:ext cx="7723682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389120"/>
            <a:ext cx="73152" cy="12344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553712"/>
            <a:ext cx="6282678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dependence may affect independent learning and study habits.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31421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29706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Areas selected for data-driven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6636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9601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Gender-wise Study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16636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9601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Used AI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87752"/>
            <a:ext cx="516636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587752"/>
            <a:ext cx="73152" cy="9601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752344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AI Usage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87752"/>
            <a:ext cx="516636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587752"/>
            <a:ext cx="73152" cy="9601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752344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User vs Manual Learner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58184"/>
            <a:ext cx="516636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758184"/>
            <a:ext cx="73152" cy="9601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922776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Dependency vs Final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58184"/>
            <a:ext cx="516636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758184"/>
            <a:ext cx="73152" cy="9601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Grade/Year-wise AI Usage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28616"/>
            <a:ext cx="516636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928616"/>
            <a:ext cx="73152" cy="9601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093207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Usage Time vs Improvement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928616"/>
            <a:ext cx="5166360" cy="9601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928616"/>
            <a:ext cx="73152" cy="9601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5093207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Understanding Vs Performance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29049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41326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Student, AI usage and academic performance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315468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flipH="1">
            <a:off x="640080" y="1417320"/>
            <a:ext cx="45719" cy="315468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9403" y="2069944"/>
            <a:ext cx="3069186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Profile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Percentage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3173" y="1417321"/>
            <a:ext cx="3474720" cy="315468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45719" cy="315468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1772" y="2096363"/>
            <a:ext cx="3300985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Usage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Usage Time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Minutes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Tools Used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Usage Purpose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Dependency Score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Prompts per Week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5046" y="1483790"/>
            <a:ext cx="3474720" cy="3185232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 flipH="1">
            <a:off x="8062704" y="1417321"/>
            <a:ext cx="57615" cy="3185231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29188" y="2096363"/>
            <a:ext cx="3063239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Hours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Day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Score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Average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Understanding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Rate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Score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57994" y="5255176"/>
            <a:ext cx="5525474" cy="1191344"/>
          </a:xfrm>
          <a:prstGeom prst="round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Data → AI Usage →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1255" y="4782312"/>
            <a:ext cx="184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31516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38587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used to prepare clean, consistent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16002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301752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Unwanted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42900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73152" cy="16002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673351"/>
            <a:ext cx="301752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Blank / missing values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text values using 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replace function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0" y="1508760"/>
            <a:ext cx="342900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508760"/>
            <a:ext cx="73152" cy="16002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673351"/>
            <a:ext cx="301752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/ 1 coded values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yes and no by using conditional column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342900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73152" cy="16002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730752"/>
            <a:ext cx="301752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42900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3566160"/>
            <a:ext cx="73152" cy="16002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3730752"/>
            <a:ext cx="301752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&amp; consistency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566160"/>
            <a:ext cx="3429000" cy="16002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566160"/>
            <a:ext cx="73152" cy="16002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58200" y="3730752"/>
            <a:ext cx="301752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Analysis-ready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10782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9014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kind of tools used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02089" y="1713973"/>
            <a:ext cx="5166360" cy="932689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5241" y="1866340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&amp; Dashboard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54612" y="2456699"/>
            <a:ext cx="5166360" cy="932688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2249" y="2456699"/>
            <a:ext cx="73152" cy="932688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9985" y="2579359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Functions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&amp; Statistical Calculation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46520" y="3817620"/>
            <a:ext cx="5166360" cy="932688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26833" y="3802402"/>
            <a:ext cx="73152" cy="932688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8613" y="3893842"/>
            <a:ext cx="5014267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AI Usage Visualization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40" y="3116707"/>
            <a:ext cx="5288280" cy="932688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206474"/>
            <a:ext cx="5851853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" y="4695549"/>
            <a:ext cx="5166360" cy="932688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959" y="4695549"/>
            <a:ext cx="73152" cy="932688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772500"/>
            <a:ext cx="491490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PivotTable &amp; PivotChart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Summarization &amp; Visualization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AED300-5EC0-5F21-1698-D3C1F41C4313}"/>
              </a:ext>
            </a:extLst>
          </p:cNvPr>
          <p:cNvSpPr/>
          <p:nvPr/>
        </p:nvSpPr>
        <p:spPr>
          <a:xfrm>
            <a:off x="612648" y="3116707"/>
            <a:ext cx="73152" cy="932688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734C58-5956-6D81-FAC9-852EB390DEB2}"/>
              </a:ext>
            </a:extLst>
          </p:cNvPr>
          <p:cNvSpPr/>
          <p:nvPr/>
        </p:nvSpPr>
        <p:spPr>
          <a:xfrm>
            <a:off x="628937" y="1686539"/>
            <a:ext cx="73152" cy="932688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26100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48365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snapshot — replace placeholders with your Excel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26060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73152" cy="14173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219456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Students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8000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83279" y="1554480"/>
            <a:ext cx="26060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79" y="1554480"/>
            <a:ext cx="73152" cy="14173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79" y="1719072"/>
            <a:ext cx="219456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Users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6638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26060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73152" cy="14173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19072"/>
            <a:ext cx="21945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AI Usage Time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88.99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19" y="1554480"/>
            <a:ext cx="26060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1119" y="1554480"/>
            <a:ext cx="73152" cy="14173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19" y="1719072"/>
            <a:ext cx="219456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Study Hours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26060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73152" cy="14173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593592"/>
            <a:ext cx="219456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Final Score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56.81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383279" y="3429000"/>
            <a:ext cx="26060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83279" y="3429000"/>
            <a:ext cx="73152" cy="14173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79" y="3593592"/>
            <a:ext cx="219456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Rate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88.93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72200" y="3429000"/>
            <a:ext cx="2606040" cy="141732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3429000"/>
            <a:ext cx="73152" cy="141732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593592"/>
            <a:ext cx="21945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Improvement Rate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10.13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9949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Gender-wise</a:t>
            </a:r>
            <a:r>
              <a:rPr dirty="0"/>
              <a:t> Study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9111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dirty="0"/>
              <a:t> 1 • Column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6753" y="3406139"/>
            <a:ext cx="1847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97380"/>
                </a:solidFill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30632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417320"/>
            <a:ext cx="73152" cy="15087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581912"/>
            <a:ext cx="26517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Setup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Gender  |  Y: Average Study Hours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154680"/>
            <a:ext cx="30632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3154680"/>
            <a:ext cx="73152" cy="1965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3319272"/>
            <a:ext cx="26517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average daily study hours across genders.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08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5B597D2D-FDCB-4B65-9DA6-B8C40E1070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7234678"/>
              </p:ext>
            </p:extLst>
          </p:nvPr>
        </p:nvGraphicFramePr>
        <p:xfrm>
          <a:off x="1047514" y="1548221"/>
          <a:ext cx="6740431" cy="435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97466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Used AI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78286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2 • Bar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30632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417320"/>
            <a:ext cx="73152" cy="15087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581912"/>
            <a:ext cx="26517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Setup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AI Tool  |  Y: Number of Students / Usage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154680"/>
            <a:ext cx="30632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3154680"/>
            <a:ext cx="73152" cy="1965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3319272"/>
            <a:ext cx="26517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most frequently used AI tools.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504688"/>
            <a:ext cx="14630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EXCEL CHART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D4133B4A-5918-4AC2-AB6F-C97CB4C1EB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945377"/>
              </p:ext>
            </p:extLst>
          </p:nvPr>
        </p:nvGraphicFramePr>
        <p:xfrm>
          <a:off x="479685" y="1581912"/>
          <a:ext cx="6462560" cy="4197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3067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AI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97201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3 • Donut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30632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417320"/>
            <a:ext cx="73152" cy="15087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581912"/>
            <a:ext cx="265176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Setup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Categories: Learning, Assignment, Research, Coding, Other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154680"/>
            <a:ext cx="30632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3154680"/>
            <a:ext cx="73152" cy="1965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3319272"/>
            <a:ext cx="26517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major reasons students use AI.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10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A9C00CEB-7791-421C-8BB1-BC95F0035A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4327615"/>
              </p:ext>
            </p:extLst>
          </p:nvPr>
        </p:nvGraphicFramePr>
        <p:xfrm>
          <a:off x="1856982" y="1581911"/>
          <a:ext cx="5699859" cy="4339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4229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User vs Manual Learner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23920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4 • Clustered Column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30632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417320"/>
            <a:ext cx="73152" cy="15087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581912"/>
            <a:ext cx="26517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Setup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Learning Type  |  Y: Average Final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154680"/>
            <a:ext cx="30632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3154680"/>
            <a:ext cx="73152" cy="1965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3319272"/>
            <a:ext cx="265176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academic performance between AI users and manual learners.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11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486BC0B1-EB4C-4AA6-AD08-A3E49DF673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1830055"/>
              </p:ext>
            </p:extLst>
          </p:nvPr>
        </p:nvGraphicFramePr>
        <p:xfrm>
          <a:off x="1469036" y="1581912"/>
          <a:ext cx="5741233" cy="4197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56337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Dependency vs Final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21467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5 •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30632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417320"/>
            <a:ext cx="73152" cy="15087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581912"/>
            <a:ext cx="26517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Setup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AI Dependency Score  |  Y: Final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154680"/>
            <a:ext cx="30632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3154680"/>
            <a:ext cx="73152" cy="1965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3319272"/>
            <a:ext cx="265176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relationship between AI dependency and final score.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504688"/>
            <a:ext cx="14630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EXCEL CHART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56E42866-900C-47A4-9A27-B02F85AEAF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992420"/>
              </p:ext>
            </p:extLst>
          </p:nvPr>
        </p:nvGraphicFramePr>
        <p:xfrm>
          <a:off x="853440" y="1581913"/>
          <a:ext cx="6934505" cy="4324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2169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Grade/Year-wise AI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21018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6 • Column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30632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417320"/>
            <a:ext cx="73152" cy="15087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581912"/>
            <a:ext cx="265176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Setup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Grade / Year  |  Y: AI Users or Usage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154680"/>
            <a:ext cx="30632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3154680"/>
            <a:ext cx="73152" cy="1965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3319272"/>
            <a:ext cx="265176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differences in AI adoption across academic levels.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13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5846817-D115-4CBC-83BB-A5BB9AD343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540500"/>
              </p:ext>
            </p:extLst>
          </p:nvPr>
        </p:nvGraphicFramePr>
        <p:xfrm>
          <a:off x="853440" y="1581912"/>
          <a:ext cx="6746573" cy="4197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58591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Usage Time vs Improvement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21018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7 •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30632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417320"/>
            <a:ext cx="73152" cy="15087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581912"/>
            <a:ext cx="26517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t>Chart Setup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t>X: AI Usage Time  |  Y: Improvement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154680"/>
            <a:ext cx="30632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3154680"/>
            <a:ext cx="73152" cy="1965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3319272"/>
            <a:ext cx="26517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t>Key Insight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t>Examine whether AI usage time is associated with student improvement.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504688"/>
            <a:ext cx="14630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EXCEL CHART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491E92BA-6072-4569-ADC0-C80A7DCAC1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2740351"/>
              </p:ext>
            </p:extLst>
          </p:nvPr>
        </p:nvGraphicFramePr>
        <p:xfrm>
          <a:off x="1349115" y="1708879"/>
          <a:ext cx="5426439" cy="3942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11480"/>
            <a:ext cx="64138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Understanding Vs Performance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21018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8 •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417320"/>
            <a:ext cx="3063240" cy="15087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417320"/>
            <a:ext cx="73152" cy="15087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0" y="1581912"/>
            <a:ext cx="265176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 Setup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  |  Y: Average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 understanding Score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58200" y="3154680"/>
            <a:ext cx="3063240" cy="196596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8200" y="3154680"/>
            <a:ext cx="73152" cy="196596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3319272"/>
            <a:ext cx="265176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increasing, decreasing or stable improvement patterns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9117" y="5504688"/>
            <a:ext cx="68640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/>
              <a:t>EXCEL CART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ABFA2495-3D5F-4518-AA05-E524D3E8E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9199932"/>
              </p:ext>
            </p:extLst>
          </p:nvPr>
        </p:nvGraphicFramePr>
        <p:xfrm>
          <a:off x="2068644" y="1531061"/>
          <a:ext cx="5528868" cy="4189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3009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36808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combined analysis helps us understand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1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used for multiple academic activities.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73351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2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adoption differs across academic groups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2608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92608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475488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3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users and manual learners can be compared using final scores.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92608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090672"/>
            <a:ext cx="475488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4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dependency can be examined against academic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4340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434340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507992"/>
            <a:ext cx="475488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5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usage time can be analyzed alongside improvement rate.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34340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434340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507992"/>
            <a:ext cx="475488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6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habits and AI usage together provide a broader view of performance.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9014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433484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raw data to actionable student-performance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6583680" cy="13716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3716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61722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Conclusion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data analytics to study AI usage, learning behavior and academic performance among students.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08960"/>
            <a:ext cx="6583680" cy="13716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108960"/>
            <a:ext cx="73152" cy="13716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61722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be a useful learning support tool when combined with independent learning and responsible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508760"/>
            <a:ext cx="3886200" cy="2971800"/>
          </a:xfrm>
          <a:prstGeom prst="roundRect">
            <a:avLst/>
          </a:prstGeom>
          <a:solidFill>
            <a:srgbClr val="F8FAFD"/>
          </a:solidFill>
          <a:ln>
            <a:solidFill>
              <a:srgbClr val="BEC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E75B5"/>
                </a:solidFill>
              </a:defRPr>
            </a:pPr>
            <a:r>
              <a:rPr lang="en-IN" dirty="0"/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54880"/>
            <a:ext cx="10835640" cy="9144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4754880"/>
            <a:ext cx="73152" cy="9144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919472"/>
            <a:ext cx="1042416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should support learning — not replace independent learning.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3485" y="1737360"/>
            <a:ext cx="275254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AI 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514600"/>
            <a:ext cx="1234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E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1863" y="2761488"/>
            <a:ext cx="95789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E75B5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2514600"/>
            <a:ext cx="12344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32134" y="2835541"/>
            <a:ext cx="13019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9"/>
                </a:solidFill>
              </a:defRPr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b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236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25907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80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extensions of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1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larger and more diverse student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0876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50876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73351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2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to predict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8036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44952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3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long-term changes in AI usage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88036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88036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044952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4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different AI tools separately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5196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425196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416552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5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performance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16636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4251960"/>
            <a:ext cx="73152" cy="114300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416552"/>
            <a:ext cx="475488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B49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6</a:t>
            </a:r>
          </a:p>
          <a:p>
            <a:pPr>
              <a:spcBef>
                <a:spcPts val="800"/>
              </a:spcBef>
              <a:defRPr sz="1200">
                <a:solidFill>
                  <a:srgbClr val="28303C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responsible and ethical AI usage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44932" y="2011680"/>
            <a:ext cx="3471656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914400"/>
            <a:ext cx="822960" cy="822960"/>
          </a:xfrm>
          <a:prstGeom prst="ellipse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5029200"/>
            <a:ext cx="457200" cy="457200"/>
          </a:xfrm>
          <a:prstGeom prst="ellipse">
            <a:avLst/>
          </a:prstGeom>
          <a:solidFill>
            <a:srgbClr val="2E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8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828</Words>
  <Application>Microsoft Office PowerPoint</Application>
  <PresentationFormat>Widescreen</PresentationFormat>
  <Paragraphs>195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Dhivya G</cp:lastModifiedBy>
  <cp:revision>2</cp:revision>
  <dcterms:created xsi:type="dcterms:W3CDTF">2013-01-27T09:14:16Z</dcterms:created>
  <dcterms:modified xsi:type="dcterms:W3CDTF">2026-08-29T08:34:39Z</dcterms:modified>
  <cp:category/>
</cp:coreProperties>
</file>